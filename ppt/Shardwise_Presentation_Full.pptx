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98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BCEE"/>
                </a:solidFill>
                <a:latin typeface="Segoe UI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KubeEdgeInfer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27248"/>
            <a:ext cx="9509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B9CCDE"/>
                </a:solidFill>
                <a:latin typeface="Segoe UI"/>
              </a:rPr>
              <a:t>A closed-loop, eBPF-driven Kubernetes framework for heterogeneous distributed LLM inference on consumer edge clusters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4626864"/>
            <a:ext cx="13716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956048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A8BDD1"/>
                </a:solidFill>
                <a:latin typeface="Segoe UI"/>
              </a:rPr>
              <a:t>Karnati Praveen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A8BDD1"/>
                </a:solidFill>
                <a:latin typeface="Segoe UI"/>
              </a:rPr>
              <a:t>Repository:  github.com/karnati-praveen/ebpf-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A8BDD1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51560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408176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721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14173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Introduction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Why LLM inference must move to the 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49424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134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25856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Literature Review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10 systems, 2023-2025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90672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5467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099815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Problem Statement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The one-time-partition assumption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931920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99592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941063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Contributions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Four claims, each narrow and defensible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773168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83717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478231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Proposed Work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WATCH - DECIDE - ACT - HEAL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8" y="1408176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14721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6" y="141732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Results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Testbed, configuration and 11 measured runs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1928" y="2249424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8" y="2313432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225856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Comparison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Against static partitioning and prior 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8" y="3090672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3154679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3099815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Limitations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Stated openly, not buried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1928" y="3931920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399592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8856" y="3941063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Conclusion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What was built and what it demonstrates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1928" y="4773168"/>
            <a:ext cx="384048" cy="38404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483717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8856" y="4782312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References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Plus a separate live-code demo 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E6E7E"/>
                </a:solidFill>
                <a:latin typeface="Segoe UI"/>
              </a:rPr>
              <a:t>Why distributed inference at the edge is a scheduling problem, not just a placement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Large models do not fit on one edge device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6720840" cy="479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161D26"/>
                </a:solidFill>
                <a:latin typeface="Segoe UI"/>
              </a:rPr>
              <a:t>▪  A 7B-parameter model at FP16 needs roughly </a:t>
            </a:r>
            <a:r>
              <a:rPr sz="1450" b="1" i="0">
                <a:solidFill>
                  <a:srgbClr val="161D26"/>
                </a:solidFill>
                <a:latin typeface="Segoe UI"/>
              </a:rPr>
              <a:t>14 GB</a:t>
            </a:r>
            <a:r>
              <a:rPr sz="1450" b="0" i="0">
                <a:solidFill>
                  <a:srgbClr val="161D26"/>
                </a:solidFill>
                <a:latin typeface="Segoe UI"/>
              </a:rPr>
              <a:t> of weights alone. A laptop GPU, a Jetson Orin NX or a single rented L4 cannot hold the large models users actually want.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1D26"/>
                </a:solidFill>
                <a:latin typeface="Segoe UI"/>
              </a:rPr>
              <a:t>Pipeline parallelism</a:t>
            </a:r>
            <a:r>
              <a:rPr sz="1450" b="0" i="0">
                <a:solidFill>
                  <a:srgbClr val="161D26"/>
                </a:solidFill>
                <a:latin typeface="Segoe UI"/>
              </a:rPr>
              <a:t> is the standard answer: cut the layer stack into contiguous shards and place each shard on a different machine. The activations, not the weights, cross the network.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161D26"/>
                </a:solidFill>
                <a:latin typeface="Segoe UI"/>
              </a:rPr>
              <a:t>▪  Running it at the edge instead of the cloud buys three things that matter in practice:</a:t>
            </a:r>
          </a:p>
          <a:p>
            <a:pPr algn="l" marL="54864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–  </a:t>
            </a:r>
            <a:r>
              <a:rPr sz="1300" b="1" i="0">
                <a:solidFill>
                  <a:srgbClr val="5E6E7E"/>
                </a:solidFill>
                <a:latin typeface="Segoe UI"/>
              </a:rPr>
              <a:t>Privacy</a:t>
            </a:r>
            <a:r>
              <a:rPr sz="1300" b="0" i="0">
                <a:solidFill>
                  <a:srgbClr val="5E6E7E"/>
                </a:solidFill>
                <a:latin typeface="Segoe UI"/>
              </a:rPr>
              <a:t> - prompts never leave the local network.</a:t>
            </a:r>
          </a:p>
          <a:p>
            <a:pPr algn="l" marL="54864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–  </a:t>
            </a:r>
            <a:r>
              <a:rPr sz="1300" b="1" i="0">
                <a:solidFill>
                  <a:srgbClr val="5E6E7E"/>
                </a:solidFill>
                <a:latin typeface="Segoe UI"/>
              </a:rPr>
              <a:t>Latency</a:t>
            </a:r>
            <a:r>
              <a:rPr sz="1300" b="0" i="0">
                <a:solidFill>
                  <a:srgbClr val="5E6E7E"/>
                </a:solidFill>
                <a:latin typeface="Segoe UI"/>
              </a:rPr>
              <a:t> - no WAN round trip on every token.</a:t>
            </a:r>
          </a:p>
          <a:p>
            <a:pPr algn="l" marL="54864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–  </a:t>
            </a:r>
            <a:r>
              <a:rPr sz="1300" b="1" i="0">
                <a:solidFill>
                  <a:srgbClr val="5E6E7E"/>
                </a:solidFill>
                <a:latin typeface="Segoe UI"/>
              </a:rPr>
              <a:t>Cost</a:t>
            </a:r>
            <a:r>
              <a:rPr sz="1300" b="0" i="0">
                <a:solidFill>
                  <a:srgbClr val="5E6E7E"/>
                </a:solidFill>
                <a:latin typeface="Segoe UI"/>
              </a:rPr>
              <a:t> - reuse hardware already owned, with no per-token billing.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1D26"/>
                </a:solidFill>
                <a:latin typeface="Segoe UI"/>
              </a:rPr>
              <a:t>Kubernetes is already there.</a:t>
            </a:r>
            <a:r>
              <a:rPr sz="1450" b="0" i="0">
                <a:solidFill>
                  <a:srgbClr val="161D26"/>
                </a:solidFill>
                <a:latin typeface="Segoe UI"/>
              </a:rPr>
              <a:t> k3s runs on laptops, Jetsons and mini-PCs, and gives scheduling, health checking and a declarative API for free - so the framework is built as a Kubernetes controller rather than beside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7808" y="1609344"/>
            <a:ext cx="4553712" cy="1874519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7808" y="1609344"/>
            <a:ext cx="50292" cy="1874519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27264" y="1728216"/>
            <a:ext cx="4169664" cy="1655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THE SETUP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Split a 12-block GPT-2 across three commodity machines and each one holds four blocks. The model runs. The question this project asks is what happens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7808" y="3712464"/>
            <a:ext cx="455371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386791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PIPELINE PARALLELISM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0688" y="4288536"/>
            <a:ext cx="1170432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439826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E2A47"/>
                </a:solidFill>
                <a:latin typeface="Segoe UI"/>
              </a:rPr>
              <a:t>Node A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7E"/>
                </a:solidFill>
                <a:latin typeface="Segoe UI"/>
              </a:rPr>
              <a:t>layers 0-3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015984" y="4544568"/>
            <a:ext cx="256032" cy="146304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72016" y="4288536"/>
            <a:ext cx="1170432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439826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E2A47"/>
                </a:solidFill>
                <a:latin typeface="Segoe UI"/>
              </a:rPr>
              <a:t>Node B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7E"/>
                </a:solidFill>
                <a:latin typeface="Segoe UI"/>
              </a:rPr>
              <a:t>layers 4-7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497312" y="4544568"/>
            <a:ext cx="256032" cy="146304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53344" y="4288536"/>
            <a:ext cx="1170432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C9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53344" y="439826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0E2A47"/>
                </a:solidFill>
                <a:latin typeface="Segoe UI"/>
              </a:rPr>
              <a:t>Node C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E6E7E"/>
                </a:solidFill>
                <a:latin typeface="Segoe UI"/>
              </a:rPr>
              <a:t>layers 8-11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5148072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Activations flow left to right, one hop per token step. The cost of a stage is its compute plus the network hop feeding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The edge is not a datacenter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Three properties of consumer hardware that break the assumptions every existing pipeline-inference system is built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002536"/>
            <a:ext cx="3533546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002536"/>
            <a:ext cx="3533546" cy="50292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240280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97626"/>
                </a:solidFill>
                <a:latin typeface="Segoe UI"/>
              </a:rPr>
              <a:t>THERMAL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32888"/>
            <a:ext cx="31312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Segoe UI"/>
              </a:rPr>
              <a:t>Devices derate under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971800"/>
            <a:ext cx="313121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E7E"/>
                </a:solidFill>
                <a:latin typeface="Segoe UI"/>
              </a:rPr>
              <a:t>Consumer GPUs and laptop CPUs cannot sustain peak clocks. Under sustained inference they throttle, and a stage that was the fastest becomes the bottleneck - with no change in the workload at 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9074" y="2002536"/>
            <a:ext cx="3533546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9074" y="2002536"/>
            <a:ext cx="3533546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0242" y="2240280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0242" y="2532888"/>
            <a:ext cx="31312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Segoe UI"/>
              </a:rPr>
              <a:t>Links wander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242" y="2971800"/>
            <a:ext cx="313121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E7E"/>
                </a:solidFill>
                <a:latin typeface="Segoe UI"/>
              </a:rPr>
              <a:t>WiFi and consumer LAN RTT moves by orders of magnitude with interference, distance and competing traffic. The hop cost in the partition model is not a constant.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1220" y="2002536"/>
            <a:ext cx="3533546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1220" y="2002536"/>
            <a:ext cx="3533546" cy="50292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2388" y="2240280"/>
            <a:ext cx="3131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43D3D"/>
                </a:solidFill>
                <a:latin typeface="Segoe UI"/>
              </a:rPr>
              <a:t>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2388" y="2532888"/>
            <a:ext cx="31312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E2A47"/>
                </a:solidFill>
                <a:latin typeface="Segoe UI"/>
              </a:rPr>
              <a:t>Nodes disappear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2388" y="2971800"/>
            <a:ext cx="313121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E7E"/>
                </a:solidFill>
                <a:latin typeface="Segoe UI"/>
              </a:rPr>
              <a:t>Edge nodes are laptops. They get closed, unplugged, suspended and moved out of range. A node leaving is a normal event, not an exception.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72584"/>
            <a:ext cx="11057839" cy="93268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672584"/>
            <a:ext cx="50292" cy="93268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91456"/>
            <a:ext cx="1067379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THE CONSEQUENCE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61D26"/>
                </a:solidFill>
                <a:latin typeface="Segoe UI"/>
              </a:rPr>
              <a:t>A layer partition that is optimal at deployment time is not optimal sixty seconds later. Every system surveyed computes that partition once - from an offline profiling pass - and never revisits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E6E7E"/>
                </a:solidFill>
                <a:latin typeface="Segoe UI"/>
              </a:rPr>
              <a:t>Ten systems from 2023-2025 across three communities: edge LLM serving, datacenter LLM serving, and kernel-level telemetry.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Related work (1 /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63624"/>
          <a:ext cx="11057838" cy="4242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49790"/>
                <a:gridCol w="4238838"/>
                <a:gridCol w="4469210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Work (venue, year)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Core idea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Gap this project addresses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[1] EdgeShard
IEEE IoT Journal, 2024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Dynamic-programming joint device selection + layer partition for LLMs on 15 heterogeneous edge devices (Jetson AGX/NX, RTX 3090); Llama2-7B/13B/70B.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The DP runs </a:t>
                      </a:r>
                      <a:r>
                        <a:rPr sz="1050" b="1" i="0">
                          <a:solidFill>
                            <a:srgbClr val="161D26"/>
                          </a:solidFill>
                          <a:latin typeface="Segoe UI"/>
                        </a:rPr>
                        <a:t>once, offline</a:t>
                      </a: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, from a one-time profiling pass. No mechanism exists to revisit the split after deployment - by design.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[2] Galaxy
IEEE INFOCOM, 2024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Hybrid tensor + sequence parallelism for in-situ transformer inference across edge devices, with tile-based communication/compute overlap.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Placement is fixed at planning time; no runtime telemetry loop and no response to thermal derating or node loss.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[3] Petals
ACL 2023 (Demo)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BitTorrent-style volunteer pipeline over the WAN; clients rent transformer blocks from peers and chain them into a pipeline.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Peer selection uses application-level latency probing only - no kernel telemetry, no thermal signal, no orchestration API.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[4] Helix
ACM ASPLOS, 2025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Max-flow formulation for serving LLMs across heterogeneous GPUs and a heterogeneous network topology.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Solves placement offline per configuration; measured network and thermal drift are not fed back into the solver while serving.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[5] vLLM / PagedAttention
ACM SOSP, 2023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Paged KV-cache memory manager that removes fragmentation and enables continuous batching at high throughput.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Single-node memory management. Orthogonal and complementary - it assumes the model already fits the node set it is given.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Related work (2 /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63624"/>
          <a:ext cx="11057838" cy="4242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49790"/>
                <a:gridCol w="4238838"/>
                <a:gridCol w="4469210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Work (venue, year)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Core idea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Gap this project addresses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[6] DistServe
USENIX OSDI, 2024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Disaggregates the prefill and decode phases onto separate GPUs so each phase can meet its own latency SLO.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Targets datacenter GPUs on a stable fabric; no notion of thermal derating or of a node leaving the cluster.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[7] Splitwise
ACM/IEEE ISCA, 2024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Splits prompt and token phases across two machine pools, transferring KV cache over a high-bandwidth interconnect.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Depends on InfiniBand-class bandwidth that does not exist on a consumer edge LAN.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[8] Llumnix
USENIX OSDI, 2024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Reschedules inference </a:t>
                      </a:r>
                      <a:r>
                        <a:rPr sz="1050" b="1" i="0">
                          <a:solidFill>
                            <a:srgbClr val="161D26"/>
                          </a:solidFill>
                          <a:latin typeface="Segoe UI"/>
                        </a:rPr>
                        <a:t>requests</a:t>
                      </a: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 across model instances at runtime using live KV-cache migration.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Migrates requests between whole replicas, not layers within one model, and the mechanism is stateful migration.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[9] ServerlessLLM
USENIX OSDI, 2024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Locality-aware checkpoint loading and live migration to cut cold-start cost for serverless LLM inference.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Focused on load/start latency; the partition of a model across nodes is never revisited during serving.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[10] Electrode
USENIX NSDI, 2023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Offloads distributed-protocol fast paths (Paxos) into eBPF programs, approaching kernel-bypass performance.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Establishes eBPF for </a:t>
                      </a:r>
                      <a:r>
                        <a:rPr sz="1050" b="1" i="0">
                          <a:solidFill>
                            <a:srgbClr val="161D26"/>
                          </a:solidFill>
                          <a:latin typeface="Segoe UI"/>
                        </a:rPr>
                        <a:t>datapath acceleration</a:t>
                      </a: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, not as a measured cost signal driving a scheduling optimizer.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Synthesis: where the gap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Two axes separate the surveyed systems. One cell is empty.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8568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KV-cache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2008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Stateless replay (no migration)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35224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Static /</a:t>
            </a:r>
          </a:p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one-time partition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16552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Dynamic /</a:t>
            </a:r>
          </a:p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0E2A47"/>
                </a:solidFill>
                <a:latin typeface="Segoe UI"/>
              </a:rPr>
              <a:t>continuous repartition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68" y="2478024"/>
            <a:ext cx="4480560" cy="1298448"/>
          </a:xfrm>
          <a:prstGeom prst="rect">
            <a:avLst/>
          </a:prstGeom>
          <a:solidFill>
            <a:srgbClr val="F3F7FB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9736" y="2752344"/>
            <a:ext cx="4078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29FAC"/>
                </a:solidFill>
                <a:latin typeface="Segoe UI"/>
              </a:rPr>
              <a:t>not applicable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22008" y="2478024"/>
            <a:ext cx="4480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3176" y="2752344"/>
            <a:ext cx="4078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EdgeShard  ·  PipeEdge  ·  Galaxy
Alpa  ·  Petals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Partition solved once from an offline profile.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58568" y="3959352"/>
            <a:ext cx="44805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9736" y="4233672"/>
            <a:ext cx="4078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Llumnix  ·  ServerlessLLM  ·  AnchorTP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Dynamic, but pays a stateful migration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22008" y="3959352"/>
            <a:ext cx="4480560" cy="1298448"/>
          </a:xfrm>
          <a:prstGeom prst="rect">
            <a:avLst/>
          </a:prstGeom>
          <a:solidFill>
            <a:srgbClr val="F3F7FB"/>
          </a:solidFill>
          <a:ln w="254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4233672"/>
            <a:ext cx="407822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2A78D6"/>
                </a:solidFill>
                <a:latin typeface="Segoe UI"/>
              </a:rPr>
              <a:t>KubeEdgeInfer  (this work)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Continuous repartition made cheap by stateless workers.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458968"/>
            <a:ext cx="11057839" cy="80467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458968"/>
            <a:ext cx="50292" cy="8046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577840"/>
            <a:ext cx="10673791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WHY NOBODY IS HERE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The dynamic + stateless cell is empty because dynamic repartitioning was assumed to require KV-cache migration. Making workers stateless removes that assumption - and with it, the reason the cell was empty.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63624"/>
            <a:ext cx="68580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647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FORMALLY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93976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Given a model of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L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 layers and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K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 heterogeneous workers in pipeline order, where worker k has a time-varying effective speed sₖ(t) ∈ (0, 1] and the hop feeding it has a time-varying cost rₖ(t):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find the contiguous partition of layers that minimises the bottleneck stage cost - and keep it minimal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continuously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, while the pipeline is serving requests, without restarting a single process.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Existing systems solve this at t = 0 only. The variables that make it hard, sₖ(t) and rₖ(t), are exactly the ones they treat as constants.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15819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RESEARCH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90688" y="1947672"/>
            <a:ext cx="566928" cy="31089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201168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1929384"/>
            <a:ext cx="3703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Can kernel-level measurements be used directly as the cost input to a partition optimiser, rather than as an operator dashboard?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90688" y="2734056"/>
            <a:ext cx="566928" cy="31089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0688" y="2798064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715768"/>
            <a:ext cx="3703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Can a layer partition be changed on a live, serving pipeline without restarting pods and without migrating KV state?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3520440"/>
            <a:ext cx="566928" cy="31089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3584448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502152"/>
            <a:ext cx="3703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Can one hysteresis-gated trigger handle thermal derating, network degradation and node failure uniformly?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0688" y="4306824"/>
            <a:ext cx="566928" cy="310896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0688" y="4370832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RQ4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288536"/>
            <a:ext cx="3703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Does closing the loop actually beat a static partition under fault - and what does it cost when nothing is wrong?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99432"/>
            <a:ext cx="6858000" cy="107899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599432"/>
            <a:ext cx="50292" cy="1078992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718304"/>
            <a:ext cx="647395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D97626"/>
                </a:solidFill>
                <a:latin typeface="Segoe UI"/>
              </a:rPr>
              <a:t>SCOPE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The contribution is not the optimiser. It is re-invoking the optimiser continuously, from live kernel telemetry, on a pipeline that never stops serving.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E6E7E"/>
                </a:solidFill>
                <a:latin typeface="Segoe UI"/>
              </a:rPr>
              <a:t>Four claims. Each is deliberately narrow, and each rules out a specific named prior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08760"/>
            <a:ext cx="1105783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08760"/>
            <a:ext cx="45720" cy="1097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655064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627632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2A47"/>
                </a:solidFill>
                <a:latin typeface="Segoe UI"/>
              </a:rPr>
              <a:t>Kernel-verified telemetry as an optimiser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1848" y="1636776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CO-RE eBPF programs (tp_btf/tcp_probe, fentry/tcp_sendmsg) feed per-flow smoothed RTT straight into the partition cost function, evaluated every control tick.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5128" y="1636776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vs. prior work: Cilium, Hubble and Pixie collect eBPF flow data for humans to read. EdgeShard, PipeEdge and Galaxy feed their DP from an offline profile. Neither wires the kernel signal into the optimiser.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79192"/>
            <a:ext cx="1105783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79192"/>
            <a:ext cx="45720" cy="109728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82549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9355"/>
                </a:solidFill>
                <a:latin typeface="Segoe UI"/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79806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2A47"/>
                </a:solidFill>
                <a:latin typeface="Segoe UI"/>
              </a:rPr>
              <a:t>Live, generation-fenced repartition with no migration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80720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Layer ranges are reassigned over gRPC on a serving pipeline. Workers are stateless, so correctness needs only full-context replay - verified token-identical to single-process HuggingFace GPT-2.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807208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vs. prior work: Llumnix and AnchorTP also repartition at runtime, but by migrating KV state. This design removes the reason migration seemed necessary.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849624"/>
            <a:ext cx="1105783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849624"/>
            <a:ext cx="45720" cy="1097280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995928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97626"/>
                </a:solidFill>
                <a:latin typeface="Segoe UI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968496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2A47"/>
                </a:solidFill>
                <a:latin typeface="Segoe UI"/>
              </a:rPr>
              <a:t>One hysteresis-gated trigger, three fault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3977639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Thermal derating, network RTT growth and heartbeat loss all resolve to the same decision: recompute the split, apply it if it improves the bottleneck by &gt;15% and the 30 s cooldown has elapsed.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3977639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vs. prior work: TAPAS handles thermal. Tarragon and LUMEN handle failure. Kinitos-style schedulers handle network. No surveyed system unifies all three.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020056"/>
            <a:ext cx="11057839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020056"/>
            <a:ext cx="45720" cy="1097280"/>
          </a:xfrm>
          <a:prstGeom prst="rect">
            <a:avLst/>
          </a:prstGeom>
          <a:solidFill>
            <a:srgbClr val="7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516636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453B8"/>
                </a:solidFill>
                <a:latin typeface="Segoe U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5138928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E2A47"/>
                </a:solidFill>
                <a:latin typeface="Segoe UI"/>
              </a:rPr>
              <a:t>The partition is a first-class Kubernetes resource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5148072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1D26"/>
                </a:solidFill>
                <a:latin typeface="Segoe UI"/>
              </a:rPr>
              <a:t>An InferencePipeline CRD holds the desired model, backend and layer count; the controller reconciles observed telemetry into a published assignment and generation in .status.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5148072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vs. prior work: KServe, Volcano and Ray Serve orchestrate model replicas, not intra-model layer assignment. No equivalent CRD exists.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The novelty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20824"/>
            <a:ext cx="11057839" cy="1874519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276856"/>
            <a:ext cx="96862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"/>
              </a:rPr>
              <a:t>“EdgeShard solves </a:t>
            </a:r>
            <a:r>
              <a:rPr sz="2100" b="1" i="0">
                <a:solidFill>
                  <a:srgbClr val="FFFFFF"/>
                </a:solidFill>
                <a:latin typeface="Segoe UI"/>
              </a:rPr>
              <a:t>where</a:t>
            </a:r>
            <a:r>
              <a:rPr sz="2100" b="0" i="0">
                <a:solidFill>
                  <a:srgbClr val="FFFFFF"/>
                </a:solidFill>
                <a:latin typeface="Segoe UI"/>
              </a:rPr>
              <a:t> to place each layer once, from an offline profile. We solve </a:t>
            </a:r>
            <a:r>
              <a:rPr sz="2100" b="1" i="0">
                <a:solidFill>
                  <a:srgbClr val="FFFFFF"/>
                </a:solidFill>
                <a:latin typeface="Segoe UI"/>
              </a:rPr>
              <a:t>when</a:t>
            </a:r>
            <a:r>
              <a:rPr sz="2100" b="0" i="0">
                <a:solidFill>
                  <a:srgbClr val="FFFFFF"/>
                </a:solidFill>
                <a:latin typeface="Segoe UI"/>
              </a:rPr>
              <a:t> to move it - continuously, from live kernel telemetry - while the pipeline keeps serving requests, without restarting a single pod.”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33672"/>
            <a:ext cx="261358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233672"/>
            <a:ext cx="2613583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22843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dynamic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rules out EdgeShard, Galaxy, Alpa, PipeEdge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1679" y="4233672"/>
            <a:ext cx="261358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1679" y="4233672"/>
            <a:ext cx="2613583" cy="4572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6271" y="4434840"/>
            <a:ext cx="22843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C9355"/>
                </a:solidFill>
                <a:latin typeface="Segoe UI"/>
              </a:rPr>
              <a:t>stateless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rules out Llumnix, AnchorTP, ServerlessLLM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4233672"/>
            <a:ext cx="261358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431" y="4233672"/>
            <a:ext cx="2613583" cy="45720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1023" y="4434840"/>
            <a:ext cx="22843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D97626"/>
                </a:solidFill>
                <a:latin typeface="Segoe UI"/>
              </a:rPr>
              <a:t>eBPF-driven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rules out every offline-profiling partitioner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1183" y="4233672"/>
            <a:ext cx="2613583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11183" y="4233672"/>
            <a:ext cx="2613583" cy="45720"/>
          </a:xfrm>
          <a:prstGeom prst="rect">
            <a:avLst/>
          </a:prstGeom>
          <a:solidFill>
            <a:srgbClr val="7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5775" y="4434840"/>
            <a:ext cx="228439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7453B8"/>
                </a:solidFill>
                <a:latin typeface="Segoe UI"/>
              </a:rPr>
              <a:t>K8s-native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E6E7E"/>
                </a:solidFill>
                <a:latin typeface="Segoe UI"/>
              </a:rPr>
              <a:t>rules out Petals, KServe, Ray 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77256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E6E7E"/>
                </a:solidFill>
                <a:latin typeface="Segoe UI"/>
              </a:rPr>
              <a:t>Each of the four words is doing real work: remove any one and a named prior system already occupies the position.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Proposed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E6E7E"/>
                </a:solidFill>
                <a:latin typeface="Segoe UI"/>
              </a:rPr>
              <a:t>System architecture, the optimiser, and the mechanisms that make a live repartition safe.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PROPOSED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System architecture: a control loop, not a planner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673352"/>
            <a:ext cx="247642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73352"/>
            <a:ext cx="247642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2147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21472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WATCH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147239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eBPF CO-RE programs on every node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tp_btf/tcp_probe → per-flow sRTT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fentry/tcp_sendmsg → bytes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GPU/thermal via gpu.Reader: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sim | cputherm | nvml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16503" y="2679192"/>
            <a:ext cx="237744" cy="182880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7399" y="1673352"/>
            <a:ext cx="247642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7399" y="1673352"/>
            <a:ext cx="2476423" cy="50292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991" y="1856232"/>
            <a:ext cx="2147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C9355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1991" y="2130552"/>
            <a:ext cx="21472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2514600"/>
            <a:ext cx="2147239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Exact linear-partition DP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O(L²K), minimises bottleneck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Hysteresis gate: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≥ 15% improvement AND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≥ 30 s since last change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76975" y="2679192"/>
            <a:ext cx="237744" cy="182880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87871" y="1673352"/>
            <a:ext cx="247642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87871" y="1673352"/>
            <a:ext cx="2476423" cy="50292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2463" y="1856232"/>
            <a:ext cx="2147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D97626"/>
                </a:solidFill>
                <a:latin typeface="Segoe U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2463" y="2130552"/>
            <a:ext cx="21472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2463" y="2514600"/>
            <a:ext cx="2147239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Controller pushes new layer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ranges over gRPC - no pod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restart, no model reload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Every assignment carries a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monotonic generation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37447" y="2679192"/>
            <a:ext cx="237744" cy="182880"/>
          </a:xfrm>
          <a:prstGeom prst="rightArrow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8343" y="1673352"/>
            <a:ext cx="2476423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8343" y="1673352"/>
            <a:ext cx="2476423" cy="50292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2935" y="1856232"/>
            <a:ext cx="2147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43D3D"/>
                </a:solidFill>
                <a:latin typeface="Segoe U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2935" y="2130552"/>
            <a:ext cx="21472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E2A47"/>
                </a:solidFill>
                <a:latin typeface="Segoe UI"/>
              </a:rPr>
              <a:t>HEAL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2935" y="2514600"/>
            <a:ext cx="2147239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3 s stale heartbeat ⇒ node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declared gone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Forced repartition across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survivors; router replays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in-flight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5568" y="3959352"/>
            <a:ext cx="9960559" cy="32004"/>
          </a:xfrm>
          <a:prstGeom prst="rect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15568" y="3959352"/>
            <a:ext cx="32004" cy="237744"/>
          </a:xfrm>
          <a:prstGeom prst="rect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44123" y="3959352"/>
            <a:ext cx="32004" cy="237744"/>
          </a:xfrm>
          <a:prstGeom prst="rect">
            <a:avLst/>
          </a:prstGeom>
          <a:solidFill>
            <a:srgbClr val="929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0325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E6E7E"/>
                </a:solidFill>
                <a:latin typeface="Segoe UI"/>
              </a:rPr>
              <a:t>loop repeats every 2 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66928" y="4398264"/>
          <a:ext cx="11057838" cy="19019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0905"/>
                <a:gridCol w="1842973"/>
                <a:gridCol w="6173960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Language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Role in the loop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internal/ebpf + cmd/nodeagent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Go + C (CO-RE BPF)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WATCH - loads BPF objects with cilium/ebpf from a privileged DaemonSet; exports flow sRTT and GPU/thermal state over HTTP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internal/partition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Go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DECIDE - exact DP plus the hysteresis Decider; unit-tested against brute force on 200 randomised instances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cmd/controller + internal/controller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Go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ACT / HEAL - aggregates telemetry, reassigns ranges over gRPC, reconciles the InferencePipeline CRD, re-asserts every 10 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worker/ (server.py, router.py)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Stateless shard workers with sim and gpt2 backends, plus the router that drives stages hub-and-spoke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PROPOSED WORK  ·  STAGE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WATCH: telemetry from inside the kernel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5943600" cy="479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Two CO-RE BPF programs, compiled against the host BTF and attached from a privileged DaemonSet - one per node.</a:t>
            </a:r>
          </a:p>
          <a:p>
            <a:pPr algn="l" marL="54864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–  </a:t>
            </a:r>
            <a:r>
              <a:rPr sz="1100" b="1" i="0">
                <a:solidFill>
                  <a:srgbClr val="5E6E7E"/>
                </a:solidFill>
                <a:latin typeface="Segoe UI"/>
              </a:rPr>
              <a:t>tp_btf/tcp_probe</a:t>
            </a:r>
            <a:r>
              <a:rPr sz="1100" b="0" i="0">
                <a:solidFill>
                  <a:srgbClr val="5E6E7E"/>
                </a:solidFill>
                <a:latin typeface="Segoe UI"/>
              </a:rPr>
              <a:t> reads tcp_sock-&gt;srtt_us via BPF_CORE_READ: the kernel's own smoothed RTT, not an application-level guess.</a:t>
            </a:r>
          </a:p>
          <a:p>
            <a:pPr algn="l" marL="54864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–  </a:t>
            </a:r>
            <a:r>
              <a:rPr sz="1100" b="1" i="0">
                <a:solidFill>
                  <a:srgbClr val="5E6E7E"/>
                </a:solidFill>
                <a:latin typeface="Segoe UI"/>
              </a:rPr>
              <a:t>fentry/tcp_sendmsg</a:t>
            </a:r>
            <a:r>
              <a:rPr sz="1100" b="0" i="0">
                <a:solidFill>
                  <a:srgbClr val="5E6E7E"/>
                </a:solidFill>
                <a:latin typeface="Segoe UI"/>
              </a:rPr>
              <a:t> accumulates per-flow bytes for throughput.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Flows are keyed by (saddr, daddr, sport, dport) and filtered to worker ports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in-kernel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, so userspace sees only pipeline traffic.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GPU and thermal state comes from a pluggable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gpu.Reader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, selected at runtime: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7" y="4050792"/>
            <a:ext cx="1051560" cy="27432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4096512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Consolas"/>
              </a:rPr>
              <a:t>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032504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default; models temperature relaxing to ambient + k·load, driven by the worker's real busy fraction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7" y="4617720"/>
            <a:ext cx="1051560" cy="27432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66344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Consolas"/>
              </a:rPr>
              <a:t>cputherm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99432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9355"/>
                </a:solidFill>
                <a:latin typeface="Segoe UI"/>
              </a:rPr>
              <a:t>reads real /sys/class/thermal - genuine hardware throttling on any laptop, no discrete GPU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7" y="5184648"/>
            <a:ext cx="1051560" cy="27432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23036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A47"/>
                </a:solidFill>
                <a:latin typeface="Consolas"/>
              </a:rPr>
              <a:t>nvml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16636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C9355"/>
                </a:solidFill>
                <a:latin typeface="Segoe UI"/>
              </a:rPr>
              <a:t>real NVIDIA temperature, VRAM and throttle reasons (-tags gpu, cgo + libnvidia-ml)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22008" y="1563624"/>
            <a:ext cx="5257800" cy="2487168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0024" y="1655064"/>
            <a:ext cx="5001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internal/ebpf/bpf/tcpmon.c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892808"/>
            <a:ext cx="496519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SEC("tp_btf/tcp_probe")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int BPF_PROG(tcp_probe_hook, struct sock *sk,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         struct sk_buff *skb)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{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struct flow_key key = {};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if (flow_from_sock(sk, &amp;key))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    return 0;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struct tcp_sock *tp = (struct tcp_sock *)sk;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1">
                <a:solidFill>
                  <a:srgbClr val="6B7C8B"/>
                </a:solidFill>
                <a:latin typeface="Consolas"/>
              </a:rPr>
              <a:t>    // kernel stores srtt &lt;&lt; 3 with a fraction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__u32 srtt = BPF_CORE_READ(tp, srtt_us) &gt;&gt; 3;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struct flow_val *val = flow_lookup_or_init(&amp;key);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if (!val)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    return 0;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val-&gt;srtt_us = srtt;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__sync_fetch_and_add(&amp;val-&gt;srtt_samples, 1);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val-&gt;last_seen_ns = bpf_ktime_get_ns();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    return 0;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F2933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2008" y="4251960"/>
            <a:ext cx="5257800" cy="13716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22008" y="4251960"/>
            <a:ext cx="50292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4370832"/>
            <a:ext cx="4873752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WHY THIS MATTERS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This sRTT value is not logged for an operator. It becomes rₖ(t) - the hop cost term - in the partition optimiser on the very next tick. That path from kernel probe to scheduling decision is the first contribution.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PROPOSED WORK  · 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DECIDE: exact partition, gated by hysteresis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63624"/>
            <a:ext cx="58064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465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COST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66544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Stage k holding layers [aₖ, bₖ) costs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2A47"/>
                </a:solidFill>
                <a:latin typeface="Consolas"/>
              </a:rPr>
              <a:t>Tₖ  =  (bₖ − aₖ) · c / sₖ(t)   +   rₖ₋₁(t)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E6E7E"/>
                </a:solidFill>
                <a:latin typeface="Segoe UI"/>
              </a:rPr>
              <a:t>where c is the base per-layer cost, sₖ(t) the live effective speed (throttling included) and rₖ₋₁(t) the measured sRTT of the hop feeding the stage. An </a:t>
            </a:r>
            <a:r>
              <a:rPr sz="1200" b="1" i="0">
                <a:solidFill>
                  <a:srgbClr val="5E6E7E"/>
                </a:solidFill>
                <a:latin typeface="Segoe UI"/>
              </a:rPr>
              <a:t>empty stage costs zero</a:t>
            </a:r>
            <a:r>
              <a:rPr sz="1200" b="0" i="0">
                <a:solidFill>
                  <a:srgbClr val="5E6E7E"/>
                </a:solidFill>
                <a:latin typeface="Segoe UI"/>
              </a:rPr>
              <a:t> - not even its hop - so the optimiser can bypass a worker whose link degraded beyond the value of using it at 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93408" y="1563624"/>
            <a:ext cx="5486400" cy="2395728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21424" y="1655064"/>
            <a:ext cx="52303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internal/partition/partition.go  ·  Optimal()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1892808"/>
            <a:ext cx="5193792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1">
                <a:solidFill>
                  <a:srgbClr val="6B7C8B"/>
                </a:solidFill>
                <a:latin typeface="Consolas"/>
              </a:rPr>
              <a:t>// f[j][w] = minimal bottleneck assigning the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1">
                <a:solidFill>
                  <a:srgbClr val="6B7C8B"/>
                </a:solidFill>
                <a:latin typeface="Consolas"/>
              </a:rPr>
              <a:t>// first j layers to the first w workers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1F2933"/>
                </a:solidFill>
                <a:latin typeface="Consolas"/>
              </a:rPr>
              <a:t>f[0][0] = 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1F2933"/>
                </a:solidFill>
                <a:latin typeface="Consolas"/>
              </a:rPr>
              <a:t>for w in 1..K: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1F2933"/>
                </a:solidFill>
                <a:latin typeface="Consolas"/>
              </a:rPr>
              <a:t>  for j in 0..L: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1F2933"/>
                </a:solidFill>
                <a:latin typeface="Consolas"/>
              </a:rPr>
              <a:t>    for split in 0..j: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1F2933"/>
                </a:solidFill>
                <a:latin typeface="Consolas"/>
              </a:rPr>
              <a:t>      cost = max(f[split][w-1],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1F2933"/>
                </a:solidFill>
                <a:latin typeface="Consolas"/>
              </a:rPr>
              <a:t>                 stageCost(w-1, j-split))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1F2933"/>
                </a:solidFill>
                <a:latin typeface="Consolas"/>
              </a:rPr>
              <a:t>      f[j][w] = min(f[j][w], cost)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0">
                <a:solidFill>
                  <a:srgbClr val="1F2933"/>
                </a:solidFill>
                <a:latin typeface="Consolas"/>
              </a:rPr>
              <a:t>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41" b="0" i="1">
                <a:solidFill>
                  <a:srgbClr val="6B7C8B"/>
                </a:solidFill>
                <a:latin typeface="Consolas"/>
              </a:rPr>
              <a:t>// exact optimum in O(L^2 * 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215384"/>
            <a:ext cx="11057839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37997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HYSTERESIS GATE - why the loop does not thrash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18304"/>
            <a:ext cx="33445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2A47"/>
                </a:solidFill>
                <a:latin typeface="Consolas"/>
              </a:rPr>
              <a:t>δ = 15%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A new split is applied only if its bottleneck beats the current split's re-evaluated bottleneck by more than 15%.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3562" y="4718304"/>
            <a:ext cx="33445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2A47"/>
                </a:solidFill>
                <a:latin typeface="Consolas"/>
              </a:rPr>
              <a:t>τ = 30 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And only if at least 30 s has passed since the last change. Both tunable live via IMPROVEMENT_FRAC / COOLDOWN_S.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2452" y="4718304"/>
            <a:ext cx="334457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0E2A47"/>
                </a:solidFill>
                <a:latin typeface="Consolas"/>
              </a:rPr>
              <a:t>force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Worker-set changes (a node dying) bypass both gates - healing must not wait for a cooldown.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PROPOSED WORK  ·  STAGES 3-4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E2A47"/>
                </a:solidFill>
                <a:latin typeface="Segoe UI"/>
              </a:rPr>
              <a:t>ACT and HEAL: changing a pipeline that is still serving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5852160" cy="479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Generation fencing.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 Every assignment carries a monotonically increasing generation number. Workers reject any forward stamped with a stale generation; the router then refetches the layout and replays.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Replay is trivially correct because workers are stateless.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 Each worker recomputes from the full accumulated context, so there is no KV cache to migrate, invalidate or reconcile - the class of bug that makes migration-based repartitioning hard simply does not exist here.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Verified, not asserted.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 bench/verify_gpt2.py runs the same prompt through the 3-stage distributed pipeline and through single-process HuggingFace GPT-2 and compares greedy output token by token.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Healing.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 A heartbeat older than 3 s marks a node gone. The worker set changes, which forces a repartition past the hysteresis gate, and the surviving nodes absorb the orphaned layers.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Re-assertion.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 The controller re-pushes the current layout every 10 s, so a router or worker that restarts is reconciled back into the pipeline instead of being left with an empty layout.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30568" y="1563624"/>
            <a:ext cx="5349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72821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REPARTITION TIMELINE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116836"/>
            <a:ext cx="68580" cy="68580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204825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7626"/>
                </a:solidFill>
                <a:latin typeface="Consolas"/>
              </a:rPr>
              <a:t>t+0.0s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5" y="20482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node agent reports temp 92 °C, speed derated to 0.4×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2391156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32257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t+2.0s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5" y="232257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controller tick: DP finds a split 40% better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665476"/>
            <a:ext cx="68580" cy="685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596896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t+2.0s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5" y="259689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hysteresis gate passes (&gt;15%, cooldown elapsed)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939796"/>
            <a:ext cx="68580" cy="6858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871215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9355"/>
                </a:solidFill>
                <a:latin typeface="Consolas"/>
              </a:rPr>
              <a:t>t+2.1s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1855" y="2871215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gen++ ; new ranges pushed to every worker over gRPC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214115"/>
            <a:ext cx="68580" cy="6858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145535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9355"/>
                </a:solidFill>
                <a:latin typeface="Consolas"/>
              </a:rPr>
              <a:t>t+2.2s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5" y="3145535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in-flight requests fail the generation check, replay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488435"/>
            <a:ext cx="68580" cy="6858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419855"/>
            <a:ext cx="6583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C9355"/>
                </a:solidFill>
                <a:latin typeface="Consolas"/>
              </a:rPr>
              <a:t>t+2.3s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1855" y="3419855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1D26"/>
                </a:solidFill>
                <a:latin typeface="Segoe UI"/>
              </a:rPr>
              <a:t>pipeline serving on the new split - no pod restarted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30568" y="3941064"/>
            <a:ext cx="5349240" cy="1207008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30568" y="3941064"/>
            <a:ext cx="50292" cy="1207008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0024" y="4059936"/>
            <a:ext cx="496519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C9355"/>
                </a:solidFill>
                <a:latin typeface="Segoe UI"/>
              </a:rPr>
              <a:t>THE WHOLE POINT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No pod is restarted, no model is reloaded and no KV cache is moved. The entire mechanism is a gRPC call plus a version check.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PROPOSED WORK  ·  STAGE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The partition as a declarative Kubernetes resource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63624"/>
            <a:ext cx="5577840" cy="2880360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655064"/>
            <a:ext cx="5321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deploy/manifests/pipeline.yaml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92808"/>
            <a:ext cx="5285231" cy="2404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apiVersion: kubeedgeinfer.io/v1alpha1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kind: InferencePipeline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metadata: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name: demo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namespace: kubeedgeinfer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spec: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model: gpt2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backend: sim          # sim | gpt2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totalLayers: 12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perLayerMs: 30        # base per-layer cost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workers: 3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routerAddr: router.kubeedgeinfer.svc:50052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6248" y="1517904"/>
            <a:ext cx="5623560" cy="4837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▪  The user declares </a:t>
            </a:r>
            <a:r>
              <a:rPr sz="1300" b="1" i="0">
                <a:solidFill>
                  <a:srgbClr val="161D26"/>
                </a:solidFill>
                <a:latin typeface="Segoe UI"/>
              </a:rPr>
              <a:t>what</a:t>
            </a:r>
            <a:r>
              <a:rPr sz="1300" b="0" i="0">
                <a:solidFill>
                  <a:srgbClr val="161D26"/>
                </a:solidFill>
                <a:latin typeface="Segoe UI"/>
              </a:rPr>
              <a:t> to run. The controller decides </a:t>
            </a:r>
            <a:r>
              <a:rPr sz="1300" b="1" i="0">
                <a:solidFill>
                  <a:srgbClr val="161D26"/>
                </a:solidFill>
                <a:latin typeface="Segoe UI"/>
              </a:rPr>
              <a:t>how</a:t>
            </a:r>
            <a:r>
              <a:rPr sz="1300" b="0" i="0">
                <a:solidFill>
                  <a:srgbClr val="161D26"/>
                </a:solidFill>
                <a:latin typeface="Segoe UI"/>
              </a:rPr>
              <a:t> it is laid out, and writes the decision back to .status - assignments, predicted bottleneck and current generation.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▪  That makes the layer partition an observable, reconciled cluster object: kubectl get ipl shows the live split, and every repartition is a status transition rather than an opaque internal event.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▪  Additional printer columns expose Phase, Bottleneck and Generation directly in kubectl output.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▪  No other surveyed system exposes intra-model layer assignment as a Kubernetes API object - KServe, Volcano and Ray Serve all operate at the granularity of a whole model replica.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690872"/>
            <a:ext cx="11057839" cy="914400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782312"/>
            <a:ext cx="108018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observed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020056"/>
            <a:ext cx="10765231" cy="43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1F2933"/>
                </a:solidFill>
                <a:latin typeface="Consolas"/>
              </a:rPr>
              <a:t>$ kubectl -n kubeedgeinfer get ipl demo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1F2933"/>
                </a:solidFill>
                <a:latin typeface="Consolas"/>
              </a:rPr>
              <a:t>NAME   PHASE     BOTTLENECK   GENERATION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1F2933"/>
                </a:solidFill>
                <a:latin typeface="Consolas"/>
              </a:rPr>
              <a:t>demo   Serving   121.4        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E6E7E"/>
                </a:solidFill>
                <a:latin typeface="Segoe UI"/>
              </a:rPr>
              <a:t>Full testbed and container configuration, evaluation methodology, and eleven measured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Experimental setup: host, VM and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Every value below was read from the machine the reported runs executed 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02536"/>
          <a:ext cx="5897880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00200"/>
                <a:gridCol w="4297680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Configuration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Host / VM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GitHub Codespaces virtual machine (Microsoft Azure), Ubuntu 24.04.4 LTS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Kernel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6.8.0-1052-azure, x86_64 · BTF exposed at /sys/kernel/btf/vmlinux (6.02 MB) · cgroup v2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CPU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AMD EPYC 7763 64-Core Processor - 2 vCPU allocated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Memory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7.76 GiB total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Container runtime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Docker 29.3.0-1 (client and server) · storage driver overlayfs · cgroup driver cgroupfs, v2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Cluster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kind v0.29.0 · kubectl v1.35.2 · 1 control-plane + 3 worker nodes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Node labels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kubeedgeinfer.io/worker=true on all three workers; node-id w1 / w2 / w3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39128" y="2002536"/>
          <a:ext cx="5440678" cy="2377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3255"/>
                <a:gridCol w="1573208"/>
                <a:gridCol w="2884215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Image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Base → runtime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Contents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worker:dev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python:3.12-slim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grpcio≥1.60, protobuf≥4.25, numpy≥1.26; torch + transformers only when built with WITH_GPT2=1 (WITH_CUDA=1 selects the cu121 wheel)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controller:dev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golang:1.26 → distroless/static-debian12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CGO_ENABLED=0 static binary; client-go v0.36.2, grpc-go v1.82.0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nodeagent:dev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golang:1.26 → distroless/base-debian12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61D26"/>
                          </a:solidFill>
                          <a:latin typeface="Segoe UI"/>
                        </a:rPr>
                        <a:t>cilium/ebpf v0.22.0; glibc base because the -tags gpu NVML build needs cgo and dlopens libnvidia-ml.so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39128" y="4654296"/>
            <a:ext cx="5440680" cy="13716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39128" y="4654296"/>
            <a:ext cx="50292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58584" y="4773168"/>
            <a:ext cx="5056632" cy="11521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A NOTE ON EBPF UNDER KIND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61D26"/>
                </a:solidFill>
                <a:latin typeface="Segoe UI"/>
              </a:rPr>
              <a:t>kind nodes are containers sharing the host kernel, so eBPF tracepoints are kernel-global. Flow keys therefore carry the source IP and the controller attributes each flow to a pod - the same code path used on separate physical machines.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Workload, control parameters and fault injection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63624"/>
          <a:ext cx="5897880" cy="2926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/>
                <a:gridCol w="4069080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GPT-2 (12 transformer blocks) - totalLayers = 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Backend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sim for the ablation matrix; gpt2 for the correctness proof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Base per-layer cost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perLayerMs = 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Workers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3 shards, one per kind worker node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Load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3 concurrent client threads, prompt_len = 16, max_new_tokens = 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Control loop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2 s tick · re-assert every 10 s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Hysteresis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δ = 0.15 improvement, τ = 30 s cooldown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Heartbeat timeout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3 s → node declared gone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39128" y="1563624"/>
          <a:ext cx="5440680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8720"/>
                <a:gridCol w="4251960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Injection method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none - steady load only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tc qdisc add dev eth0 root netem delay 80ms inside the kubeedgeinfer-worker2 container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POST /gpu/override {"temp_c": 92} to the node agent on worker2 → speed derated to 0.4×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docker stop kubeedgeinfer-worker3 (last stage), then restart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61D26"/>
                          </a:solidFill>
                          <a:latin typeface="Segoe UI"/>
                        </a:rPr>
                        <a:t>netem and thermal injected simultaneously - the joint-fault test for contribution C3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4690872"/>
          <a:ext cx="11057838" cy="14447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75439"/>
                <a:gridCol w="9882399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Mode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What it isolates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The full closed loop - telemetry, DP, hysteresis, healing.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Same controller with STATIC_MODE=1: one equal split at startup, no repartitioning, no healing. The baseline.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profileonly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Repartitions like dynamic but freezes telemetry at the first reading - an in-house approximation of an offline-profiling system (EdgeShard / PipeEdge / Galaxy).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0E2A47"/>
                </a:solidFill>
                <a:latin typeface="Segoe UI"/>
              </a:rPr>
              <a:t>Headline result: the loop matters exactly when it should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Throughput of dynamic relative to the static baseline, by scenario. Higher is better; near zero is the correct answer for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331720"/>
            <a:ext cx="203600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331720"/>
            <a:ext cx="2036003" cy="45720"/>
          </a:xfrm>
          <a:prstGeom prst="rect">
            <a:avLst/>
          </a:prstGeom>
          <a:solidFill>
            <a:srgbClr val="5E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532888"/>
            <a:ext cx="174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5E6E7E"/>
                </a:solidFill>
                <a:latin typeface="Segoe UI"/>
              </a:rPr>
              <a:t>−0%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815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BASELINE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no fault - measures the cost of running the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2387" y="2331720"/>
            <a:ext cx="203600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22387" y="2331720"/>
            <a:ext cx="2036003" cy="45720"/>
          </a:xfrm>
          <a:prstGeom prst="rect">
            <a:avLst/>
          </a:prstGeom>
          <a:solidFill>
            <a:srgbClr val="5E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8691" y="2532888"/>
            <a:ext cx="174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5E6E7E"/>
                </a:solidFill>
                <a:latin typeface="Segoe UI"/>
              </a:rPr>
              <a:t>−2%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8691" y="30815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NETEM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80 ms on one link - below the 15% gate, no repartition fired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7846" y="2331720"/>
            <a:ext cx="203600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7846" y="2331720"/>
            <a:ext cx="2036003" cy="4572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24150" y="2532888"/>
            <a:ext cx="174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9355"/>
                </a:solidFill>
                <a:latin typeface="Segoe UI"/>
              </a:rPr>
              <a:t>+57%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4150" y="30815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THERMAL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node derated to 0.4× - layers migrate off the hot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3305" y="2331720"/>
            <a:ext cx="203600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305" y="2331720"/>
            <a:ext cx="2036003" cy="4572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609" y="2532888"/>
            <a:ext cx="174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9355"/>
                </a:solidFill>
                <a:latin typeface="Segoe UI"/>
              </a:rPr>
              <a:t>+41%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609" y="30815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COMBO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netem + thermal together - 2 repartitions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88764" y="2331720"/>
            <a:ext cx="2036003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88764" y="2331720"/>
            <a:ext cx="2036003" cy="45720"/>
          </a:xfrm>
          <a:prstGeom prst="rect">
            <a:avLst/>
          </a:prstGeom>
          <a:solidFill>
            <a:srgbClr val="2C9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5068" y="2532888"/>
            <a:ext cx="17433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9355"/>
                </a:solidFill>
                <a:latin typeface="Segoe UI"/>
              </a:rPr>
              <a:t>+357%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5068" y="3081528"/>
            <a:ext cx="17433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61D26"/>
                </a:solidFill>
                <a:latin typeface="Segoe UI"/>
              </a:rPr>
              <a:t>FAILURE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E6E7E"/>
                </a:solidFill>
                <a:latin typeface="Segoe UI"/>
              </a:rPr>
              <a:t>node stopped - static loses 18 requests, dynamic loses none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867912"/>
            <a:ext cx="11057839" cy="105156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867912"/>
            <a:ext cx="50292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986784"/>
            <a:ext cx="10673791" cy="8321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0E2A47"/>
                </a:solidFill>
                <a:latin typeface="Segoe UI"/>
              </a:rPr>
              <a:t>READING THE NUMBERS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1D26"/>
                </a:solidFill>
                <a:latin typeface="Segoe UI"/>
              </a:rPr>
              <a:t>Under thermal derating the closed loop delivers </a:t>
            </a:r>
            <a:r>
              <a:rPr sz="1400" b="1" i="0">
                <a:solidFill>
                  <a:srgbClr val="161D26"/>
                </a:solidFill>
                <a:latin typeface="Segoe UI"/>
              </a:rPr>
              <a:t>57% more throughput</a:t>
            </a:r>
            <a:r>
              <a:rPr sz="1400" b="0" i="0">
                <a:solidFill>
                  <a:srgbClr val="161D26"/>
                </a:solidFill>
                <a:latin typeface="Segoe UI"/>
              </a:rPr>
              <a:t> than the static split; under node failure, </a:t>
            </a:r>
            <a:r>
              <a:rPr sz="1400" b="1" i="0">
                <a:solidFill>
                  <a:srgbClr val="161D26"/>
                </a:solidFill>
                <a:latin typeface="Segoe UI"/>
              </a:rPr>
              <a:t>4.6×</a:t>
            </a:r>
            <a:r>
              <a:rPr sz="1400" b="0" i="0">
                <a:solidFill>
                  <a:srgbClr val="161D26"/>
                </a:solidFill>
                <a:latin typeface="Segoe UI"/>
              </a:rPr>
              <a:t>, with zero failed requests against 18. Under no fault it costs </a:t>
            </a:r>
            <a:r>
              <a:rPr sz="1400" b="1" i="0">
                <a:solidFill>
                  <a:srgbClr val="161D26"/>
                </a:solidFill>
                <a:latin typeface="Segoe UI"/>
              </a:rPr>
              <a:t>0.3%</a:t>
            </a:r>
            <a:r>
              <a:rPr sz="1400" b="0" i="0">
                <a:solidFill>
                  <a:srgbClr val="161D26"/>
                </a:solidFill>
                <a:latin typeface="Segoe UI"/>
              </a:rPr>
              <a:t> - inside run-to-run noise.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056632"/>
            <a:ext cx="11057839" cy="1143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056632"/>
            <a:ext cx="50292" cy="1143000"/>
          </a:xfrm>
          <a:prstGeom prst="rect">
            <a:avLst/>
          </a:prstGeom>
          <a:solidFill>
            <a:srgbClr val="D97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5175504"/>
            <a:ext cx="10673791" cy="9235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D97626"/>
                </a:solidFill>
                <a:latin typeface="Segoe UI"/>
              </a:rPr>
              <a:t>AN HONEST NEGATIVE RESULT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D26"/>
                </a:solidFill>
                <a:latin typeface="Segoe UI"/>
              </a:rPr>
              <a:t>The netem row is reported as measured, not as hoped. An 80 ms delay on a single link does not move the bottleneck enough to cross the 15% improvement gate, so no repartition fires and dynamic tracks static to within noise. The gate is behaving correctly - a fault that cannot be improved by moving layers should not cause layers to move.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Complete measurement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All 11 runs from bench/results/summary.json. Requests are 8-token completions at 3-way concurrency.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02536"/>
          <a:ext cx="11057837" cy="36255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34163"/>
                <a:gridCol w="1470747"/>
                <a:gridCol w="1089442"/>
                <a:gridCol w="1089442"/>
                <a:gridCol w="1634163"/>
                <a:gridCol w="1525219"/>
                <a:gridCol w="1525219"/>
                <a:gridCol w="1089442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Mode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Req OK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Req err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Throughput
(tok/s)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TTFT mean
(ms)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TTFT p95
(ms)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Repart.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8.038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377.2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392.3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63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8.060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377.0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389.0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90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7.074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418.0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453.6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7.254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416.0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452.4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profileonly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93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7.239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416.9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452.6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84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6.647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457.7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476.9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4.245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701.9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903.5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126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6.548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452.1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537.8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C43D3D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1.434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382.3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386.4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78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6.021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495.7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547.4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Consolas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4.261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679.4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900.5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769864"/>
            <a:ext cx="11057839" cy="73152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769864"/>
            <a:ext cx="50292" cy="731520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888736"/>
            <a:ext cx="106737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43D3D"/>
                </a:solidFill>
                <a:latin typeface="Segoe UI"/>
              </a:rPr>
              <a:t>DO NOT MISREAD THIS ROW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failure/static reports a better TTFT p95 (386 ms) than failure/dynamic (538 ms) purely because it only completed 30 of its requests - the 18 that hit the dead node errored out and never produced a latency sample at 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Thermal derating: layers migrate off the hot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9838" y="1517904"/>
            <a:ext cx="6057899" cy="4069079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1563624"/>
            <a:ext cx="5966459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65099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7E"/>
                </a:solidFill>
                <a:latin typeface="Segoe UI"/>
              </a:rPr>
              <a:t>bench/results/thermal.png - worker2 forced to 92 °C (0.4× speed) during the shaded fault window.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7" y="1655064"/>
            <a:ext cx="4434840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The static split keeps four layers on a node running at 0.4× for the whole fault window; its bottleneck stage simply absorbs the derating.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The dynamic loop detects the derated speed within one 2 s tick, recomputes, clears the 15% gate and moves layers onto the two healthy nodes.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9355"/>
                </a:solidFill>
                <a:latin typeface="Segoe UI"/>
              </a:rPr>
              <a:t>▪  Throughput: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6.647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 vs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4.245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 tok/s (+57%).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9355"/>
                </a:solidFill>
                <a:latin typeface="Segoe UI"/>
              </a:rPr>
              <a:t>▪  TTFT p95: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477 ms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 vs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904 ms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 (−47%).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This is the cleanest demonstration of the loop: a fault that layer movement can genuinely fix, and it fixes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Node failure: healing without lost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9838" y="1517904"/>
            <a:ext cx="6057899" cy="4069079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1563624"/>
            <a:ext cx="5966459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65099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7E"/>
                </a:solidFill>
                <a:latin typeface="Segoe UI"/>
              </a:rPr>
              <a:t>bench/results/failure.png - kubeedgeinfer-worker3 (last stage) stopped and later restarted.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7" y="1655064"/>
            <a:ext cx="4434840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A heartbeat older than 3 s marks the node gone. The worker-set change forces a repartition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past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 the hysteresis gate - healing does not wait for a cooldown.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9355"/>
                </a:solidFill>
                <a:latin typeface="Segoe UI"/>
              </a:rPr>
              <a:t>▪  Dynamic: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126 requests completed, 0 errors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C43D3D"/>
                </a:solidFill>
                <a:latin typeface="Segoe UI"/>
              </a:rPr>
              <a:t>▪  Static: </a:t>
            </a:r>
            <a:r>
              <a:rPr sz="1250" b="1" i="0">
                <a:solidFill>
                  <a:srgbClr val="C43D3D"/>
                </a:solidFill>
                <a:latin typeface="Segoe UI"/>
              </a:rPr>
              <a:t>30 completed, 18 errors</a:t>
            </a:r>
            <a:r>
              <a:rPr sz="1250" b="0" i="0">
                <a:solidFill>
                  <a:srgbClr val="C43D3D"/>
                </a:solidFill>
                <a:latin typeface="Segoe UI"/>
              </a:rPr>
              <a:t> - it has no mechanism to notice the stage is gone.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Throughput ratio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4.57×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, but the error count is the result that actually matters: an edge cluster where a closed laptop drops requests is not deployable.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Joint fault: two fault classes, one trigger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9838" y="1517904"/>
            <a:ext cx="6057899" cy="4069079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8" y="1563624"/>
            <a:ext cx="5966459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65099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7E"/>
                </a:solidFill>
                <a:latin typeface="Segoe UI"/>
              </a:rPr>
              <a:t>bench/results/combo.png - 80 ms netem and a 92 °C thermal override injected simultaneously.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7" y="1655064"/>
            <a:ext cx="4434840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This run exists specifically to test contribution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C3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: that a single hysteresis-gated trigger handles multiple fault classes without special-casing them.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Dynamic performed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2 repartitions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; static performed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0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9355"/>
                </a:solidFill>
                <a:latin typeface="Segoe UI"/>
              </a:rPr>
              <a:t>▪  Throughput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6.021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 vs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4.261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 tok/s (+41%).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2C9355"/>
                </a:solidFill>
                <a:latin typeface="Segoe UI"/>
              </a:rPr>
              <a:t>▪  TTFT p95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547 ms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 vs </a:t>
            </a:r>
            <a:r>
              <a:rPr sz="1250" b="1" i="0">
                <a:solidFill>
                  <a:srgbClr val="2C9355"/>
                </a:solidFill>
                <a:latin typeface="Segoe UI"/>
              </a:rPr>
              <a:t>900 ms</a:t>
            </a:r>
            <a:r>
              <a:rPr sz="1250" b="0" i="0">
                <a:solidFill>
                  <a:srgbClr val="2C9355"/>
                </a:solidFill>
                <a:latin typeface="Segoe UI"/>
              </a:rPr>
              <a:t>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The controller does not know which fault it is reacting to. Both faults reduce to the same thing: the cost terms changed, so recompute the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Sensitivity: does the loop thrash?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7" y="1732330"/>
            <a:ext cx="11149279" cy="377738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ysteresi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78050"/>
            <a:ext cx="11057839" cy="36859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573725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7E"/>
                </a:solidFill>
                <a:latin typeface="Segoe UI"/>
              </a:rPr>
              <a:t>bench/results/hysteresis_sweep.png - improvement threshold δ ∈ {0.05, 0.30} × cooldown τ ∈ {10 s, 60 s}, under the netem 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532120"/>
            <a:ext cx="11057839" cy="8686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532120"/>
            <a:ext cx="50292" cy="8686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650992"/>
            <a:ext cx="10673791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HYSTERESIS SWEEP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Behaviour is monotonic and stable: a lower threshold and shorter cooldown produce more repartitions (up to 2), while δ = 0.30 never triggers at all. </a:t>
            </a:r>
            <a:r>
              <a:rPr sz="1200" b="1" i="0">
                <a:solidFill>
                  <a:srgbClr val="161D26"/>
                </a:solidFill>
                <a:latin typeface="Segoe UI"/>
              </a:rPr>
              <a:t>No thrashing was observed at any setting.</a:t>
            </a:r>
            <a:r>
              <a:rPr sz="1200" b="0" i="0">
                <a:solidFill>
                  <a:srgbClr val="161D26"/>
                </a:solidFill>
                <a:latin typeface="Segoe UI"/>
              </a:rPr>
              <a:t> Throughput and TTFT stay nearly flat across the grid, consistent with the netem fault being too small to be worth acting 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Model fidelity: is the DP's cost model trustworthy?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84248" y="1517904"/>
            <a:ext cx="4069079" cy="4069079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de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1563624"/>
            <a:ext cx="3977639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5650992"/>
            <a:ext cx="6903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E6E7E"/>
                </a:solidFill>
                <a:latin typeface="Segoe UI"/>
              </a:rPr>
              <a:t>bench/results/fidelity.png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7" y="1655064"/>
            <a:ext cx="4434840" cy="470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The optimiser's predicted per-token bottleneck cost is correlated against measured 1000 / tokens_per_sec from data the dynamic runs already collected.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D9762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D97626"/>
                </a:solidFill>
                <a:latin typeface="Segoe UI"/>
              </a:rPr>
              <a:t>Finding: prediction underestimates measurement by a stable 3.0-3.24× across every scenario.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A stable ratio means the DP ranks stages correctly - which is all it needs to choose the right partition - but misses a roughly constant per-token overhead, most likely gRPC and interpreter cost not represented in the cost model.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▪  Reported as a </a:t>
            </a:r>
            <a:r>
              <a:rPr sz="1250" b="1" i="0">
                <a:solidFill>
                  <a:srgbClr val="161D26"/>
                </a:solidFill>
                <a:latin typeface="Segoe UI"/>
              </a:rPr>
              <a:t>calibration caveat</a:t>
            </a:r>
            <a:r>
              <a:rPr sz="1250" b="0" i="0">
                <a:solidFill>
                  <a:srgbClr val="161D26"/>
                </a:solidFill>
                <a:latin typeface="Segoe UI"/>
              </a:rPr>
              <a:t>, not a correctness bug: the bottleneck number is a ranking signal, not a calibrated latency prediction.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Correctness: distributed output is token-identical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Repartitioning is only interesting if the answer does not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02536"/>
            <a:ext cx="5852160" cy="4352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▪  Workers hold no KV cache. Each shard recomputes from the full accumulated context on every token step, so a mid-generation repartition is indistinguishable from having started with the new split.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bench/verify_gpt2.py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 runs the identical prompt through:</a:t>
            </a:r>
          </a:p>
          <a:p>
            <a:pPr algn="l" marL="54864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E6E7E"/>
                </a:solidFill>
                <a:latin typeface="Segoe UI"/>
              </a:rPr>
              <a:t>–  the 3-stage distributed pipeline (layers 0-3 / 4-7 / 8-11), and</a:t>
            </a:r>
          </a:p>
          <a:p>
            <a:pPr algn="l" marL="54864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 i="0">
                <a:solidFill>
                  <a:srgbClr val="5E6E7E"/>
                </a:solidFill>
                <a:latin typeface="Segoe UI"/>
              </a:rPr>
              <a:t>–  single-process HuggingFace GPT-2 with greedy decoding,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▪  then compares the emitted token IDs element by element. It prints MATCH only on an exact match.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The optimiser is also verified.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 The DP is unit-tested against a brute-force enumeration of every contiguous partition on 200 randomised instances - it returns the exact optimum, not a heuristic approximation.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30568" y="2002536"/>
            <a:ext cx="5349240" cy="1691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58583" y="2093976"/>
            <a:ext cx="5093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token-identical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6872" y="2331720"/>
            <a:ext cx="5056631" cy="1216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$ python3 bench/verify_gpt2.py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distributed : [11, 314, 716, 257, 1263, 4336]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single-proc : [11, 314, 716, 257, 1263, 4336]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MATCH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30568" y="3941064"/>
            <a:ext cx="5349240" cy="1691640"/>
          </a:xfrm>
          <a:prstGeom prst="rect">
            <a:avLst/>
          </a:prstGeom>
          <a:solidFill>
            <a:srgbClr val="F6F8FA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3" y="4032504"/>
            <a:ext cx="509320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onsolas"/>
              </a:rPr>
              <a:t>optimiser unit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4270248"/>
            <a:ext cx="5056631" cy="121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$ make test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ok  kubeedgeinfer/internal/partition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  TestOptimalMatchesBruteForce (200 cases)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  TestDeciderHysteresis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Consolas"/>
              </a:rPr>
              <a:t>    TestEmptyStageBypass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E6E7E"/>
                </a:solidFill>
                <a:latin typeface="Segoe UI"/>
              </a:rPr>
              <a:t>Against the static baseline quantitatively, and against prior systems by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Capability comparison against prior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63624"/>
          <a:ext cx="11057837" cy="32552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46539"/>
                <a:gridCol w="1213665"/>
                <a:gridCol w="1033863"/>
                <a:gridCol w="1932874"/>
                <a:gridCol w="1663170"/>
                <a:gridCol w="206772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Capability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Petals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vLLM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EdgeShard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Llumnix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KubeEdgeInfer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Heterogeneous edge support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Kernel-level telemetry (eBPF)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Runtime-continuous repartition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 (offline, once)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 (requests)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 (layers)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Requires no KV-cache migration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Thermal-aware scheduling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Autonomous healing on node loss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Declarative Kubernetes API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✗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Real heterogeneous-hardware eval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 (15 devices)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61D26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C43D3D"/>
                          </a:solidFill>
                          <a:latin typeface="Segoe UI"/>
                        </a:rPr>
                        <a:t>✗ (current gap)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5266944"/>
            <a:ext cx="11057839" cy="86868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266944"/>
            <a:ext cx="50292" cy="868680"/>
          </a:xfrm>
          <a:prstGeom prst="rect">
            <a:avLst/>
          </a:prstGeom>
          <a:solidFill>
            <a:srgbClr val="C4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5385816"/>
            <a:ext cx="10673791" cy="6492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C43D3D"/>
                </a:solidFill>
                <a:latin typeface="Segoe UI"/>
              </a:rPr>
              <a:t>THE ROW THAT IS NOT IN OUR FAVOUR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The last row is included deliberately. EdgeShard evaluates on 15 physical devices with Llama2-70B; this project evaluates on a single-host kind cluster with GPT-2. That is a real gap in evaluation rigour and is stated as one rather than omitted.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Quantitative comparison: dynamic vs static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Same controller, same load, same hardware - STATIC_MODE=1 is the only difference.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02536"/>
          <a:ext cx="7863836" cy="34792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1175"/>
                <a:gridCol w="2463371"/>
                <a:gridCol w="1231685"/>
                <a:gridCol w="1326430"/>
                <a:gridCol w="1421175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Static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Dynamic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Change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8.060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8.038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−0.3%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baseline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389.0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392.3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+0.8%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7.254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7.074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C43D3D"/>
                          </a:solidFill>
                          <a:latin typeface="Segoe UI"/>
                        </a:rPr>
                        <a:t>−2.5%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netem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452.4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453.6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+0.3%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4.245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6.647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C9355"/>
                          </a:solidFill>
                          <a:latin typeface="Segoe UI"/>
                        </a:rPr>
                        <a:t>+56.6%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thermal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903.5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476.9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C9355"/>
                          </a:solidFill>
                          <a:latin typeface="Segoe UI"/>
                        </a:rPr>
                        <a:t>−47.2%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4.261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6.021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C9355"/>
                          </a:solidFill>
                          <a:latin typeface="Segoe UI"/>
                        </a:rPr>
                        <a:t>+41.3%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combo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900.5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547.4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C9355"/>
                          </a:solidFill>
                          <a:latin typeface="Segoe UI"/>
                        </a:rPr>
                        <a:t>−39.2%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throughput (tok/s)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1.434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6.548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C9355"/>
                          </a:solidFill>
                          <a:latin typeface="Segoe UI"/>
                        </a:rPr>
                        <a:t>+356.6%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TTFT p95 (ms)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386.4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537.8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C43D3D"/>
                          </a:solidFill>
                          <a:latin typeface="Segoe UI"/>
                        </a:rPr>
                        <a:t>+39.2%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Consolas"/>
                        </a:rPr>
                        <a:t>failure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failed requests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C9355"/>
                          </a:solidFill>
                          <a:latin typeface="Segoe UI"/>
                        </a:rPr>
                        <a:t>18 → 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50807" y="2048256"/>
            <a:ext cx="3429000" cy="430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2C9355"/>
                </a:solidFill>
                <a:latin typeface="Segoe UI"/>
              </a:rPr>
              <a:t>▪  </a:t>
            </a:r>
            <a:r>
              <a:rPr sz="1200" b="1" i="0">
                <a:solidFill>
                  <a:srgbClr val="2C9355"/>
                </a:solidFill>
                <a:latin typeface="Segoe UI"/>
              </a:rPr>
              <a:t>Where it wins:</a:t>
            </a:r>
            <a:r>
              <a:rPr sz="1200" b="0" i="0">
                <a:solidFill>
                  <a:srgbClr val="2C9355"/>
                </a:solidFill>
                <a:latin typeface="Segoe UI"/>
              </a:rPr>
              <a:t> thermal, combo and failure - faults that moving layers can actually fix.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E6E7E"/>
                </a:solidFill>
                <a:latin typeface="Segoe UI"/>
              </a:rPr>
              <a:t>▪  </a:t>
            </a:r>
            <a:r>
              <a:rPr sz="1200" b="1" i="0">
                <a:solidFill>
                  <a:srgbClr val="5E6E7E"/>
                </a:solidFill>
                <a:latin typeface="Segoe UI"/>
              </a:rPr>
              <a:t>Where it is neutral:</a:t>
            </a:r>
            <a:r>
              <a:rPr sz="1200" b="0" i="0">
                <a:solidFill>
                  <a:srgbClr val="5E6E7E"/>
                </a:solidFill>
                <a:latin typeface="Segoe UI"/>
              </a:rPr>
              <a:t> baseline and netem - and neutral is the correct behaviour there.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200" b="1" i="0">
                <a:solidFill>
                  <a:srgbClr val="161D26"/>
                </a:solidFill>
                <a:latin typeface="Segoe UI"/>
              </a:rPr>
              <a:t>What it costs:</a:t>
            </a:r>
            <a:r>
              <a:rPr sz="1200" b="0" i="0">
                <a:solidFill>
                  <a:srgbClr val="161D26"/>
                </a:solidFill>
                <a:latin typeface="Segoe UI"/>
              </a:rPr>
              <a:t> under 0.5% throughput with no fault present. The loop is not paid for in the common case.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D97626"/>
                </a:solidFill>
                <a:latin typeface="Segoe UI"/>
              </a:rPr>
              <a:t>▪  </a:t>
            </a:r>
            <a:r>
              <a:rPr sz="1200" b="1" i="0">
                <a:solidFill>
                  <a:srgbClr val="D97626"/>
                </a:solidFill>
                <a:latin typeface="Segoe UI"/>
              </a:rPr>
              <a:t>profileonly</a:t>
            </a:r>
            <a:r>
              <a:rPr sz="1200" b="0" i="0">
                <a:solidFill>
                  <a:srgbClr val="D97626"/>
                </a:solidFill>
                <a:latin typeface="Segoe UI"/>
              </a:rPr>
              <a:t> - the offline-profile ablation - matched static to within noise under netem, so contribution C1 is not yet demonstrated by that specific experiment. Re-running it under thermal or combo is the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Limitations, stated openly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E6E7E"/>
                </a:solidFill>
                <a:latin typeface="Segoe UI"/>
              </a:rPr>
              <a:t>What a reviewer would ask first, answered before they ask.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02536"/>
          <a:ext cx="11057839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47436"/>
                <a:gridCol w="8010403"/>
              </a:tblGrid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Limitation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Position taken</a:t>
                      </a:r>
                    </a:p>
                  </a:txBody>
                  <a:tcPr marL="64008" marR="64008" marT="18288" marB="18288" anchor="ctr">
                    <a:solidFill>
                      <a:srgbClr val="0E2A47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Evaluation runs on a single-host kind cluster, not physical machines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Network hops are loopback-speed and the GPU is simulated by default. The real-hardware code paths exist and are documented (k3s multi-node, GPU_MODE=cputherm for laptops, GPU_MODE=nvml for NVIDIA), but the reported numbers are from kind.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No empirical comparison against EdgeShard or Petals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Different testbeds - EdgeShard uses 15 physical Jetsons. Stated as a limitation rather than approximated with an unfair reimplementation. The profileonly mode is an in-house stand-in for the offline-profiling design, not for EdgeShard itself.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Model scale is GPT-2, not a modern 7B+ model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Stateless replay is cheap at this scale. The crossover point where replay becomes more expensive than KV migration is not yet measured - this is the single most important follow-up experiment.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Cost model underestimates absolute latency by ~3×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The ratio is stable across all scenarios, so relative ranking - which is what the DP needs - is correct. Treated as a calibration caveat.</a:t>
                      </a:r>
                    </a:p>
                  </a:txBody>
                  <a:tcPr marL="64008" marR="64008" marT="18288" marB="18288" anchor="ctr">
                    <a:solidFill>
                      <a:srgbClr val="F3F7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The netem ablation produced a neutral result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161D26"/>
                          </a:solidFill>
                          <a:latin typeface="Segoe UI"/>
                        </a:rPr>
                        <a:t>An 80 ms single-link delay does not cross the improvement gate. Reported as measured; a larger perturbation is needed to isolate the value of continuous telemetry specifically.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6675120" cy="4791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A working system, not a simulation.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 Real CO-RE eBPF programs, a real Kubernetes controller with a real CRD, real gRPC workers, and an ablation harness that injects real faults into a real cluster.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The one-time partition assumption is removable.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 Making workers stateless turns repartitioning from a KV-migration problem into a gRPC call plus a version check - so it can be done continuously, on a live pipeline, at 2-second granularity.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Closing the loop pays off under exactly the faults that motivate it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 - thermal derating (+57%), joint faults (+41%) and node loss (4.6× with zero dropped requests) - and costs under 0.5% when nothing is wrong.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61D2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61D26"/>
                </a:solidFill>
                <a:latin typeface="Segoe UI"/>
              </a:rPr>
              <a:t>Correctness is proved, not assumed.</a:t>
            </a:r>
            <a:r>
              <a:rPr sz="1350" b="0" i="0">
                <a:solidFill>
                  <a:srgbClr val="161D26"/>
                </a:solidFill>
                <a:latin typeface="Segoe UI"/>
              </a:rPr>
              <a:t> Distributed output is token-identical to single-process HuggingFace GPT-2, and the partitioner is checked against brute force.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5E6E7E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5E6E7E"/>
                </a:solidFill>
                <a:latin typeface="Segoe UI"/>
              </a:rPr>
              <a:t>The honest gaps are named</a:t>
            </a:r>
            <a:r>
              <a:rPr sz="1350" b="0" i="0">
                <a:solidFill>
                  <a:srgbClr val="5E6E7E"/>
                </a:solidFill>
                <a:latin typeface="Segoe UI"/>
              </a:rPr>
              <a:t>: single-host evaluation, GPT-2 scale, no direct EdgeShard comparison, and one ablation that returned a neutral result.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53527" y="1563624"/>
            <a:ext cx="45262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746504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2A78D6"/>
                </a:solidFill>
                <a:latin typeface="Segoe UI"/>
              </a:rPr>
              <a:t>FUTURE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112264"/>
            <a:ext cx="256032" cy="2560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148840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93976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Measure the replay-vs-migration crossover as context length grows - the experiment that bounds contribution C2.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715768"/>
            <a:ext cx="256032" cy="2560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75234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Re-run the telemetry-source ablation under a larger perturbation to isolate contribution C1.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319272"/>
            <a:ext cx="256032" cy="2560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35584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00984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Deploy on physical hardware: multi-laptop k3s with GPU_MODE=cputherm, and an NVIDIA node with real NVML.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922776"/>
            <a:ext cx="256032" cy="2560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959352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04488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Scale past GPT-2 to a small Llama variant to narrow the evaluation gap against EdgeShard.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526280"/>
            <a:ext cx="256032" cy="256032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4562856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07992"/>
            <a:ext cx="374903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D26"/>
                </a:solidFill>
                <a:latin typeface="Segoe UI"/>
              </a:rPr>
              <a:t>Multi-tenant operation: two or more concurrent InferencePipeline resources sharing one node 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78D6"/>
                </a:solidFill>
                <a:latin typeface="Segoe U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0E2A47"/>
                </a:solidFill>
                <a:latin typeface="Segoe UI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References (1 /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[1]   M. Zhang, J. Cao, X. Shen and Z. Cui, “EdgeShard: Efficient LLM Inference via Collaborative Edge Computing,” IEEE Internet of Things Journal, 2024. (arXiv:2405.14371)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[2]   S. Ye et al., “Galaxy: A Resource-Efficient Collaborative Edge AI System for In-situ Transformer Inference,” in Proc. IEEE INFOCOM, 2024.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[3]   A. Borzunov et al., “Petals: Collaborative Inference and Fine-tuning of Large Models,” in Proc. ACL 2023 System Demonstrations, 2023.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[4]   Y. Mei et al., “Helix: Serving Large Language Models over Heterogeneous GPUs and Network via Max-Flow,” in Proc. ACM ASPLOS, 2025.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[5]   W. Kwon et al., “Efficient Memory Management for Large Language Model Serving with PagedAttention,” in Proc. 29th ACM SOSP, 2023.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[6]   Y. Zhong et al., “DistServe: Disaggregating Prefill and Decoding for Goodput-optimized Large Language Model Serving,” in Proc. 18th USENIX OSDI, 2024.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[7]   P. Patel et al., “Splitwise: Efficient Generative LLM Inference Using Phase Splitting,” in Proc. 51st ACM/IEEE ISCA, 2024.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[8]   B. Sun et al., “Llumnix: Dynamic Scheduling for Large Language Model Serving,” in Proc. 18th USENIX OSDI, 2024.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[9]   Y. Fu et al., “ServerlessLLM: Low-Latency Serverless Inference for Large Language Models,” in Proc. 18th USENIX OSDI,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Segoe U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2A47"/>
                </a:solidFill>
                <a:latin typeface="Segoe UI"/>
              </a:rPr>
              <a:t>References (2 /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53312"/>
            <a:ext cx="868680" cy="292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63624"/>
            <a:ext cx="11057839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[10]   Y. Zhou et al., “Electrode: Accelerating Distributed Protocols with eBPF,” in Proc. 20th USENIX NSDI, 2023.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[11]   A. Agrawal et al., “Taming Throughput-Latency Tradeoff in LLM Inference with Sarathi-Serve,” in Proc. 18th USENIX OSDI, 2024.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[12]   Y. Hu et al., “PipeEdge: Pipeline Parallelism for Large-Scale Model Inference on Heterogeneous Edge Devices,” in Proc. 25th Euromicro DSD, 2022.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[13]   L. Zheng et al., “Alpa: Automating Inter- and Intra-Operator Parallelism for Distributed Deep Learning,” in Proc. 16th USENIX OSDI, 2022.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[14]   A. Pınar and C. Aykanat, “Fast optimal load balancing algorithms for 1D partitioning,” J. Parallel Distrib. Comput., vol. 64, no. 8, pp. 974-996, 2004.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[15]   S. S. Skiena, The Algorithm Design Manual, 2nd ed. London: Springer, 2008. (linear partition problem)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[16]   A. Radford et al., “Language Models are Unsupervised Multitask Learners,” OpenAI Technical Report, 2019. (GPT-2)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[17]   Cilium project, “cilium/ebpf: eBPF library for Go.” https://github.com/cilium/ebpf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[18]   SUSE / Rancher, “k3s: Lightweight Kubernetes.” https://k3s.io</a:t>
            </a:r>
          </a:p>
          <a:p>
            <a:pPr algn="l" marL="475488" indent="-475488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161D26"/>
                </a:solidFill>
                <a:latin typeface="Segoe UI"/>
              </a:rPr>
              <a:t>[19]   Kubernetes SIG Testing, “kind: Kubernetes in Docker.” https://kind.sigs.k8s.io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3317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310128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B9CCDE"/>
                </a:solidFill>
                <a:latin typeface="Segoe UI"/>
              </a:rPr>
              <a:t>The live code walkthrough and demo continue in the companion deck: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KubeEdgeInfer_Code_Demo.pptx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BCEE"/>
                </a:solidFill>
                <a:latin typeface="Consolas"/>
              </a:rPr>
              <a:t>github.com/karnati-praveen/ebpf-   ·   ./run-demo.sh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29FAC"/>
                </a:solidFill>
                <a:latin typeface="Segoe UI"/>
              </a:rPr>
              <a:t>KubeEdgeInfer  ·  eBPF-driven distributed LLM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643737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29FAC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