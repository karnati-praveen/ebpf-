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BCEE"/>
                </a:solidFill>
                <a:latin typeface="Segoe UI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KubeEdgeInfer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27248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9CCDE"/>
                </a:solidFill>
                <a:latin typeface="Segoe UI"/>
              </a:rPr>
              <a:t>A closed-loop, eBPF-driven Kubernetes framework for heterogeneous distributed LLM inference on consumer edge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462686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56048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Karnati Praveen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Repository:  github.com/karnati-praveen/ebpf-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1  ·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Introduction: why this is a scheduling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6400800" cy="479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A 7B model at FP16 needs ~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14 GB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of weights. No laptop GPU, Jetson or single rented L4 holds the models users actually want.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Pipeline parallelism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is the standard answer: cut the layer stack into contiguous shards, one per machine. Activations, not weights, cross the network.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Running it at the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edge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rather than the cloud buys privacy (prompts stay local), latency (no WAN hop per token) and cost (hardware you already own).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Kubernetes is already there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- k3s runs on laptops, Jetsons and mini-PCs - so this is built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as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a Kubernetes controller, not beside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45312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5537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0-3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13432" y="4672584"/>
            <a:ext cx="292608" cy="164592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39" y="445312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45537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4-7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32504" y="4672584"/>
            <a:ext cx="292608" cy="164592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445312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C9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45537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C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8-11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45262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12 blocks
3 machines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152704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THE EDGE IS NOT A DATACENTER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9208" y="1856232"/>
            <a:ext cx="4800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9208" y="1856232"/>
            <a:ext cx="45720" cy="566928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956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D97626"/>
                </a:solidFill>
                <a:latin typeface="Segoe UI"/>
              </a:rPr>
              <a:t>THERMAL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Devices derate under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9208" y="2496312"/>
            <a:ext cx="4800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9208" y="2496312"/>
            <a:ext cx="4572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259689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A78D6"/>
                </a:solidFill>
                <a:latin typeface="Segoe UI"/>
              </a:rPr>
              <a:t>NETWORK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Links wander by orders of magnitude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9208" y="3136392"/>
            <a:ext cx="4800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9208" y="3136392"/>
            <a:ext cx="45720" cy="566928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32369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C43D3D"/>
                </a:solidFill>
                <a:latin typeface="Segoe UI"/>
              </a:rPr>
              <a:t>AVAILABILITY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Nodes are laptops - they disappear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9208" y="3886200"/>
            <a:ext cx="4800600" cy="11704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9208" y="3886200"/>
            <a:ext cx="50292" cy="1170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4" y="4005072"/>
            <a:ext cx="441655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THE CONSEQUENCE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A partition that is optimal at deployment time is not optimal sixty seconds later. Every system surveyed computes it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once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, from an offline profile, and never revisits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2  · 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Literature review (1 / 2): edge LLM serving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11057838" cy="4242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3716"/>
                <a:gridCol w="4238838"/>
                <a:gridCol w="4515284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Work (venue, year)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Core idea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Gap this project addresses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[1] EdgeShard
IEEE IoT Journal,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DP joint device-selection + layer partition for LLMs on 15 heterogeneous edge devices (Jetson AGX/NX, RTX 3090); Llama2-7B/13B/70B.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The DP runs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once, offline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, from a one-time profiling pass. No mechanism to revisit the split after deployment - by design.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[2] Galaxy
IEEE INFOCOM,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Hybrid tensor + sequence parallelism for in-situ transformer inference, with tile-based compute/communication overlap.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Placement fixed at planning time; no runtime telemetry loop, no response to thermal derating or node loss.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[3] Petals
ACL 2023 (Demo)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BitTorrent-style volunteer pipeline over the WAN; clients rent transformer blocks from peers.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Peer selection by application-level latency probing only - no kernel telemetry, no thermal signal, no orchestration API.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[4] Helix
ACM ASPLOS, 2025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Max-flow formulation for serving LLMs across heterogeneous GPUs and a heterogeneous network topology.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Solves placement offline per configuration; measured drift is never fed back into the solver while serving.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[5] vLLM / PagedAttention
ACM SOSP, 2023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Paged KV-cache memory manager removing fragmentation, enabling continuous batching at high throughput.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Single-node memory management. Orthogonal and complementary - assumes the model already fits the node set it is given.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2  · 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Segoe UI"/>
              </a:rPr>
              <a:t>Literature review (2 / 2): serving and kernel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11057838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3716"/>
                <a:gridCol w="4238838"/>
                <a:gridCol w="4515284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Work (venue, year)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Core idea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Gap this project addresses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[6] DistServe
USENIX OSDI,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Disaggregates prefill and decode onto separate GPUs so each phase meets its own latency SLO.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Datacenter GPUs on a stable fabric; no notion of thermal derating or of a node leaving the cluster.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[7] Splitwise
ACM/IEEE ISCA,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Splits prompt and token phases across two machine pools, moving KV cache over a fast interconnect.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Depends on InfiniBand-class bandwidth that does not exist on a consumer edge LAN.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[8] Llumnix
USENIX OSDI,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Reschedules inference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requests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 across model instances at runtime using live KV-cache migration.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Migrates requests between whole replicas, not layers within one model, and the mechanism is stateful migration.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[9] ServerlessLLM
USENIX OSDI,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Locality-aware checkpoint loading and live migration to cut cold-start cost for serverless LLM inference.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Focused on load/start latency; the partition of a model across nodes is never revisited during serving.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[10] Electrode
USENIX NSDI, 2023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Offloads distributed-protocol fast paths (Paxos) into eBPF, approaching kernel-bypass performance.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Establishes eBPF for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datapath acceleration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, not as a measured cost signal driving a scheduling optimiser.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550408"/>
            <a:ext cx="11057839" cy="56692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550408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669280"/>
            <a:ext cx="106737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SYNTHESIS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Across all ten: the layer partition is solved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once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, and the systems that do act at runtime act on requests, by migrating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3  ·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63624"/>
            <a:ext cx="59436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282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FORMALLY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20824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Given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L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 layers and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K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 heterogeneous workers in pipeline order, where worker k has time-varying effective speed sₖ(t) ∈ (0,1] and the hop feeding it has time-varying cost rₖ(t): find the contiguous partition minimising the bottleneck stage cost - and keep it minimal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continuously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, while the pipeline is serving, without restarting a single process.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E6E7E"/>
                </a:solidFill>
                <a:latin typeface="Segoe UI"/>
              </a:rPr>
              <a:t>Existing systems solve this at t = 0 only. The variables that make it hard, sₖ(t) and rₖ(t), are exactly the ones they treat as constants.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9080"/>
            <a:ext cx="512064" cy="274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19372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4059936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Can kernel measurements be the optimiser's cost input, not an operator dashboard?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26280"/>
            <a:ext cx="512064" cy="274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576572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4517136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Can a partition change on a live pipeline with no pod restart and no KV migration?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83480"/>
            <a:ext cx="512064" cy="274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033772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4974336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Can one hysteresis-gated trigger cover thermal, network and failure uniformly?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440680"/>
            <a:ext cx="512064" cy="2743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490972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5431536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Does closing the loop beat a static split - and what does it cost when nothing is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50876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WHY THE GAP EXISTS - THE POSITIONING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837944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KV-cache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0696" y="1837944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Stateless replay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(no migration)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32888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Static /</a:t>
            </a:r>
          </a:p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one-time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813048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Dynamic /</a:t>
            </a:r>
          </a:p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continuous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7848" y="2221992"/>
            <a:ext cx="2084831" cy="1152144"/>
          </a:xfrm>
          <a:prstGeom prst="rect">
            <a:avLst/>
          </a:prstGeom>
          <a:solidFill>
            <a:srgbClr val="F3F7FB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7575" y="2441448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29FAC"/>
                </a:solidFill>
                <a:latin typeface="Segoe UI"/>
              </a:rPr>
              <a:t>not applicable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0696" y="2221992"/>
            <a:ext cx="2084831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0424" y="2441448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EdgeShard · PipeEdge
Galaxy · Alpa · Petals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solved once, offline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7848" y="3502152"/>
            <a:ext cx="2084831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3721608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Llumnix
ServerlessLLM · AnchorTP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dynamic, but stateful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0696" y="3502152"/>
            <a:ext cx="2084831" cy="1152144"/>
          </a:xfrm>
          <a:prstGeom prst="rect">
            <a:avLst/>
          </a:prstGeom>
          <a:solidFill>
            <a:srgbClr val="F3F7FB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0424" y="3721608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KubeEdgeInfer
(this work)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continuous, stateless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2008" y="4837176"/>
            <a:ext cx="5257800" cy="107899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2008" y="4837176"/>
            <a:ext cx="50292" cy="10789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41464" y="4956048"/>
            <a:ext cx="487375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WHY NOBODY IS 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The dynamic + stateless cell is empty because dynamic repartitioning was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assumed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to need KV-cache migration. Making workers stateless removes that assumption - and the reason the cell was empty.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4  ·  CONTRIBUTIONS /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Contributions: four narrow, defensible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08760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45720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184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Kernel-verified telemetry as an optimiser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609344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CO-RE eBPF (tp_btf/tcp_probe, fentry/tcp_sendmsg) feeds per-flow sRTT straight into the partition cost function, every control tick.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609344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vs. Cilium/Hubble/Pixie collect eBPF data for humans; EdgeShard/Galaxy feed their DP from an offline profile.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23160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45720" cy="841248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9355"/>
                </a:solidFill>
                <a:latin typeface="Segoe U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Live, generation-fenced repartition with no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23744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Layer ranges reassigned over gRPC on a serving pipeline. Workers are stateless, so correctness needs only full-context replay - verified token-identical to HuggingFace GPT-2.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523744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vs. Llumnix and AnchorTP repartition at runtime too, but by migrating KV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337560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37560"/>
            <a:ext cx="45720" cy="841248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472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626"/>
                </a:solidFill>
                <a:latin typeface="Segoe U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29000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One hysteresis-gated trigger, three fault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438144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Thermal derating, network RTT growth and heartbeat loss all resolve to the same decision: recompute, apply if &gt;15% better after a 30 s cooldown.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438144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vs. TAPAS handles thermal; Tarragon/LUMEN failure; Kinitos network. None unifies all three.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51960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251960"/>
            <a:ext cx="45720" cy="841248"/>
          </a:xfrm>
          <a:prstGeom prst="rect">
            <a:avLst/>
          </a:prstGeom>
          <a:solidFill>
            <a:srgbClr val="7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361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453B8"/>
                </a:solidFill>
                <a:latin typeface="Segoe U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43400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The partition is a first-class Kubernetes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352544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An InferencePipeline CRD holds the desired model and layer count; the controller reconciles telemetry into a published assignment + generation.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352544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vs. KServe, Volcano and Ray Serve orchestrate model replicas, not intra-model layer assignment.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76088"/>
            <a:ext cx="11057839" cy="96926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2"/>
            <a:ext cx="101434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“EdgeShard solves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where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 to place each layer once, from an offline profile. We solve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when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 to move it - continuously, from live kernel telemetry - while the pipeline keeps serving requests, without restarting a single pod.”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5  ·  PROPOSED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Proposed work: a control loop, not a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18488"/>
            <a:ext cx="24901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2490139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21609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9736"/>
            <a:ext cx="2160955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eBPF CO-RE on every node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tp_btf/tcp_probe → sRTT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fentry/tcp_sendmsg → bytes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GPU/thermal via gpu.Reader: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sim | cputherm | nvml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11931" y="2606040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2827" y="1618488"/>
            <a:ext cx="24901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2827" y="1618488"/>
            <a:ext cx="2490139" cy="50292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7419" y="1801368"/>
            <a:ext cx="21609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C9355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7419" y="2075688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7419" y="2459736"/>
            <a:ext cx="2160955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Exact linear-partition DP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O(L²K), minimises bottleneck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Hysteresis gate: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≥15% better AND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≥30 s since last change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7831" y="2606040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618488"/>
            <a:ext cx="24901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618488"/>
            <a:ext cx="2490139" cy="50292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1801368"/>
            <a:ext cx="21609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762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075688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459736"/>
            <a:ext cx="2160955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New layer ranges pushed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over gRPC - no pod restart,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no model reload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Every assignment carries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a monotonic generation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23731" y="2606040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627" y="1618488"/>
            <a:ext cx="24901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627" y="1618488"/>
            <a:ext cx="2490139" cy="50292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219" y="1801368"/>
            <a:ext cx="21609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3D3D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219" y="2075688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HEAL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219" y="2459736"/>
            <a:ext cx="2160955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3 s stale heartbeat ⇒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node declared gone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Forced repartition across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survivors; router replays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in-flight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" y="3886200"/>
            <a:ext cx="9960559" cy="27432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5568" y="3886200"/>
            <a:ext cx="27432" cy="219456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48695" y="3886200"/>
            <a:ext cx="27432" cy="219456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9593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6E7E"/>
                </a:solidFill>
                <a:latin typeface="Segoe UI"/>
              </a:rPr>
              <a:t>loop repeats every 2 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66928" y="4325112"/>
          <a:ext cx="11057838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0905"/>
                <a:gridCol w="1842973"/>
                <a:gridCol w="61739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Role in the loop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internal/ebpf + cmd/nodeagent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 + C (CO-RE BPF)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WATCH - loads BPF objects with cilium/ebpf from a privileged DaemonSet; exports flow sRTT and GPU/thermal state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internal/partition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DECIDE - exact DP plus the hysteresis Decider; unit-tested against brute force on 200 randomised instances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cmd/controller + internal/controller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ACT / HEAL - reassigns ranges over gRPC, reconciles the InferencePipeline CRD, re-asserts the layout every 10 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worker/ (server.py, router.py)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Stateless shard workers (sim, gpt2 backends) plus the router driving stages hub-and-spoke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5  ·  PROPOSED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The optimiser, and what makes a live repartition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63624"/>
            <a:ext cx="5623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00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COST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6596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2A47"/>
                </a:solidFill>
                <a:latin typeface="Consolas"/>
              </a:rPr>
              <a:t>Tₖ  =  (bₖ − aₖ) · c / sₖ(t)   +   rₖ₋₁(t)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c is the base per-layer cost, sₖ(t) the live effective speed (throttling included), rₖ₋₁(t) the measured sRTT of the hop feeding the stage. An </a:t>
            </a:r>
            <a:r>
              <a:rPr sz="1050" b="1" i="0">
                <a:solidFill>
                  <a:srgbClr val="5E6E7E"/>
                </a:solidFill>
                <a:latin typeface="Segoe UI"/>
              </a:rPr>
              <a:t>empty stage costs zero</a:t>
            </a:r>
            <a:r>
              <a:rPr sz="1050" b="0" i="0">
                <a:solidFill>
                  <a:srgbClr val="5E6E7E"/>
                </a:solidFill>
                <a:latin typeface="Segoe UI"/>
              </a:rPr>
              <a:t> - not even its hop - so a worker whose link collapsed can be bypassed entirely.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337560"/>
            <a:ext cx="5623560" cy="1481328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429000"/>
            <a:ext cx="5367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internal/partition/partition.go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66744"/>
            <a:ext cx="533095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1">
                <a:solidFill>
                  <a:srgbClr val="6B7C8B"/>
                </a:solidFill>
                <a:latin typeface="Consolas"/>
              </a:rPr>
              <a:t>// f[j][w] = minimal bottleneck assigning the first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1">
                <a:solidFill>
                  <a:srgbClr val="6B7C8B"/>
                </a:solidFill>
                <a:latin typeface="Consolas"/>
              </a:rPr>
              <a:t>// j layers to the first w workers.  Exact, O(L^2 K).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for w := 1; w &lt;= k; w++ 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  for j := 0; j &lt;= n; j++ 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    for split := 0; split &lt;= j; split++ 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      cost := max(f[split][w-1], stageCost(w-1, j-split))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      if cost &lt; f[j][w] { f[j][w] = cost 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9" b="0" i="0">
                <a:solidFill>
                  <a:srgbClr val="1F2933"/>
                </a:solidFill>
                <a:latin typeface="Consolas"/>
              </a:rPr>
              <a:t>    } } 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946904"/>
            <a:ext cx="56235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05663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HYSTERESIS GATE - WHY THE LOOP DOES NOT THRASH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330952"/>
            <a:ext cx="16184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2A47"/>
                </a:solidFill>
                <a:latin typeface="Consolas"/>
              </a:rPr>
              <a:t>δ = 15%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apply only if the new bottleneck beats the current one by &gt;15%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3" y="5330952"/>
            <a:ext cx="16184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2A47"/>
                </a:solidFill>
                <a:latin typeface="Consolas"/>
              </a:rPr>
              <a:t>τ = 30 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and only after 30 s; both tunable live at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5330952"/>
            <a:ext cx="16184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2A47"/>
                </a:solidFill>
                <a:latin typeface="Consolas"/>
              </a:rPr>
              <a:t>force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E7E"/>
                </a:solidFill>
                <a:latin typeface="Segoe UI"/>
              </a:rPr>
              <a:t>a worker joining or dying bypasses both gates - healing must not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508760"/>
            <a:ext cx="55778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Generation fencing.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Every assignment carries a monotonic generation. Workers reject stale-generation forwards; the router refetches the layout and replays.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Replay is trivially correct because workers are stateless.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Each recomputes from the full accumulated context, so there is no KV cache to migrate, invalidate or reconcile - the bug class that makes migration-based repartitioning hard does not exist here.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Healing.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A heartbeat older than 3 s marks a node gone; the worker-set change forces a repartition past the gate.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Re-assertion.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The controller re-pushes the layout every 10 s, so a restarted router is reconciled back in rather than left empty.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61D26"/>
                </a:solidFill>
                <a:latin typeface="Segoe UI"/>
              </a:rPr>
              <a:t>Declarative.</a:t>
            </a:r>
            <a:r>
              <a:rPr sz="1150" b="0" i="0">
                <a:solidFill>
                  <a:srgbClr val="161D26"/>
                </a:solidFill>
                <a:latin typeface="Segoe UI"/>
              </a:rPr>
              <a:t> The split lives in an InferencePipeline CRD - `kubectl get ipl` shows the live layout, bottleneck and generation.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4946904"/>
            <a:ext cx="5577840" cy="11155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1968" y="4946904"/>
            <a:ext cx="50292" cy="1115568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5065776"/>
            <a:ext cx="519379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C9355"/>
                </a:solidFill>
                <a:latin typeface="Segoe UI"/>
              </a:rPr>
              <a:t>THE WHOLE POINT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No pod is restarted, no model reloaded and no KV cache moved. The entire repartition mechanism is a gRPC call plus a version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6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Experimental setup: VM, Docker, cluster and workload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Read off the machine the reported runs executed 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02536"/>
          <a:ext cx="5897880" cy="25786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429768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Host / VM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GitHub Codespaces VM (Azure), Ubuntu 24.04.4 LTS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Kernel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6.8.0-1052-azure, x86_64 · BTF at /sys/kernel/btf/vmlinux (6.02 MB) · cgroup v2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CPU / memory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AMD EPYC 7763 64-Core - 2 vCPU · 7.76 GiB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Container runtime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Docker 29.3.0-1 · storage driver overlayfs · cgroup driver cgroupfs, v2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Cluster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kind v0.29.0 · kubectl v1.35.2 · 1 control-plane + 3 workers labeled kubeedgeinfer.io/worker=true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Toolchain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 1.26.1 · Python 3.12.1 · cilium/ebpf v0.22.0 · grpc-go v1.82.0 · client-go v0.36.2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39128" y="2002536"/>
          <a:ext cx="5440680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416052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Image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Base → runtime, contents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worker:dev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python:3.12-slim; grpcio≥1.60, protobuf≥4.25, numpy≥1.26; torch + transformers only with WITH_GPT2=1 (WITH_CUDA=1 → cu121 wheel)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controller:dev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golang:1.26 → distroless/static-debian12; CGO_ENABLED=0 static binary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nodeagent:dev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golang:1.26 → distroless/base-debian12; glibc base because the -tags gpu NVML build needs cgo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764024"/>
          <a:ext cx="5897880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429768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Workload / control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Model, layers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GPT-2, totalLayers = 12, perLayerMs = 30, 3 shards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Load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 concurrent threads, prompt_len 16, max_new_tokens 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Control loop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2 s tick · re-assert 10 s · δ=0.15, τ=30 s · heartbeat 3 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39128" y="4764024"/>
          <a:ext cx="5440680" cy="159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416052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Injection method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tc qdisc add dev eth0 root netem delay 80ms on worker2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POST /gpu/override {"temp_c": 92} → speed derated to 0.4×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docker stop kubeedgeinfer-worker3 (last stage), then restart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netem + thermal simultaneously - the joint-fault test for C3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6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Results: the loop matters exactly when it should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205063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45336"/>
            <a:ext cx="2050633" cy="45720"/>
          </a:xfrm>
          <a:prstGeom prst="rect">
            <a:avLst/>
          </a:prstGeom>
          <a:solidFill>
            <a:srgbClr val="5E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46504"/>
            <a:ext cx="1758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E6E7E"/>
                </a:solidFill>
                <a:latin typeface="Segoe UI"/>
              </a:rPr>
              <a:t>−0%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95144"/>
            <a:ext cx="1758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BASELINE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 fault - cost of running the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8729" y="1545336"/>
            <a:ext cx="205063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8729" y="1545336"/>
            <a:ext cx="2050633" cy="45720"/>
          </a:xfrm>
          <a:prstGeom prst="rect">
            <a:avLst/>
          </a:prstGeom>
          <a:solidFill>
            <a:srgbClr val="5E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5033" y="1746504"/>
            <a:ext cx="1758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E6E7E"/>
                </a:solidFill>
                <a:latin typeface="Segoe UI"/>
              </a:rPr>
              <a:t>−2%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5033" y="2295144"/>
            <a:ext cx="1758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NETEM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80 ms on one link - below the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0530" y="1545336"/>
            <a:ext cx="205063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0530" y="1545336"/>
            <a:ext cx="205063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6834" y="1746504"/>
            <a:ext cx="1758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6834" y="2295144"/>
            <a:ext cx="1758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THERMAL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node at 0.4× - layers migrate 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2332" y="1545336"/>
            <a:ext cx="205063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2332" y="1545336"/>
            <a:ext cx="205063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8636" y="1746504"/>
            <a:ext cx="1758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8636" y="2295144"/>
            <a:ext cx="1758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COMBO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netem + thermal - 2 repartitions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74133" y="1545336"/>
            <a:ext cx="205063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74133" y="1545336"/>
            <a:ext cx="205063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437" y="1746504"/>
            <a:ext cx="1758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+357%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437" y="2295144"/>
            <a:ext cx="1758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FAILURE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node stopped - 18 lost vs 0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" y="3044952"/>
          <a:ext cx="7452358" cy="30678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15861"/>
                <a:gridCol w="1036157"/>
                <a:gridCol w="717339"/>
                <a:gridCol w="717339"/>
                <a:gridCol w="1076009"/>
                <a:gridCol w="1036157"/>
                <a:gridCol w="1036157"/>
                <a:gridCol w="717339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Req OK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Req err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Throughput
(tok/s)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TTFT mean
(ms)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TTFT p95
(ms)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Repart.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8.038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377.2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392.3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8.060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377.0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389.0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7.074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418.0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453.6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7.254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416.0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452.4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profileonly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7.239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416.9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452.6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84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6.647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457.7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476.9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4.245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701.9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903.5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6.548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452.1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537.8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C43D3D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1.434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382.3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386.4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6.021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495.7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547.4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4.261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679.4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900.5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339327" y="3026664"/>
            <a:ext cx="3840480" cy="332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C9355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C9355"/>
                </a:solidFill>
                <a:latin typeface="Segoe UI"/>
              </a:rPr>
              <a:t>Thermal +57%</a:t>
            </a:r>
            <a:r>
              <a:rPr sz="1050" b="0" i="0">
                <a:solidFill>
                  <a:srgbClr val="2C9355"/>
                </a:solidFill>
                <a:latin typeface="Segoe UI"/>
              </a:rPr>
              <a:t> throughput, TTFT p95 904 → 477 ms.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C9355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C9355"/>
                </a:solidFill>
                <a:latin typeface="Segoe UI"/>
              </a:rPr>
              <a:t>Failure 4.6×</a:t>
            </a:r>
            <a:r>
              <a:rPr sz="1050" b="0" i="0">
                <a:solidFill>
                  <a:srgbClr val="2C9355"/>
                </a:solidFill>
                <a:latin typeface="Segoe UI"/>
              </a:rPr>
              <a:t>, and 18 failed requests → 0.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Baseline 0.3%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- the loop is free when nothing is wrong.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D976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D97626"/>
                </a:solidFill>
                <a:latin typeface="Segoe UI"/>
              </a:rPr>
              <a:t>netem is an honest negative.</a:t>
            </a:r>
            <a:r>
              <a:rPr sz="1050" b="0" i="0">
                <a:solidFill>
                  <a:srgbClr val="D97626"/>
                </a:solidFill>
                <a:latin typeface="Segoe UI"/>
              </a:rPr>
              <a:t> 80 ms on one link never crosses the 15% gate, so no repartition fires. The gate is behaving correctly - a fault layer movement cannot fix should not move layers.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C43D3D"/>
                </a:solidFill>
                <a:latin typeface="Segoe UI"/>
              </a:rPr>
              <a:t>▪  failure/static's *better* TTFT p95 (386 ms) is an artefact: it completed only 30 requests; the 18 that hit the dead node never produced a latency sample.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6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Results: dynamic vs static under each 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350306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9355"/>
                </a:solidFill>
                <a:latin typeface="Segoe UI"/>
              </a:rPr>
              <a:t>THERMAL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90979"/>
            <a:ext cx="3594506" cy="2426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6699"/>
            <a:ext cx="3503066" cy="23353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507992"/>
            <a:ext cx="35030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worker2 forced to 92 °C (0.4×). Layers migrate off the hot node within one tick: 6.65 vs 4.25 tok/s.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4314" y="1527048"/>
            <a:ext cx="350306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D3D"/>
                </a:solidFill>
                <a:latin typeface="Segoe UI"/>
              </a:rPr>
              <a:t>NODE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8594" y="1890979"/>
            <a:ext cx="3594506" cy="2426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14" y="1936699"/>
            <a:ext cx="3503066" cy="23353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4314" y="4507992"/>
            <a:ext cx="35030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worker3 stopped. 3 s heartbeat forces a repartition past the gate: 126 requests / 0 errors vs 30 /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1700" y="1527048"/>
            <a:ext cx="350306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626"/>
                </a:solidFill>
                <a:latin typeface="Segoe UI"/>
              </a:rPr>
              <a:t>JOINT FAULT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5980" y="1890979"/>
            <a:ext cx="3594506" cy="2426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0" y="1936699"/>
            <a:ext cx="3503066" cy="23353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21700" y="4507992"/>
            <a:ext cx="35030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netem + thermal together - the test for C3. 2 repartitions vs 0; TTFT p95 547 vs 900 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276088"/>
            <a:ext cx="11057839" cy="7132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276088"/>
            <a:ext cx="50292" cy="7132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394959"/>
            <a:ext cx="1067379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ONE TRIGGER, THREE FAULT CLASSES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The controller never learns *which* fault it is reacting to. Thermal derating, link degradation and a missing heartbeat all reduce to the same statement - the cost terms changed - and the same response: recompute the split, apply it if the gate allows.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6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Results: stability, cost-model fidelity,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DOES IT THRASH?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28800"/>
            <a:ext cx="379475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ysteresi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20"/>
            <a:ext cx="3703320" cy="12344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346704"/>
            <a:ext cx="3703320" cy="300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δ ∈ {0.05, 0.30} × τ ∈ {10 s, 60 s} under netem.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Monotonic and stable: lower threshold and cooldown give more repartitions (max 2); δ = 0.30 never triggers.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C9355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C9355"/>
                </a:solidFill>
                <a:latin typeface="Segoe UI"/>
              </a:rPr>
              <a:t>No thrashing at any setting.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527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IS THE COST MODEL TRUSTWORTHY?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1737360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de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783080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36008" y="3346704"/>
            <a:ext cx="3703320" cy="300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Predicted per-token bottleneck vs measured 1000/tokens_per_sec.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D976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D97626"/>
                </a:solidFill>
                <a:latin typeface="Segoe UI"/>
              </a:rPr>
              <a:t>Prediction underestimates by a stable 3.0-3.24× in every scenario.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A stable ratio means the DP ranks stages correctly - all it needs to pick the right split - but misses a near-constant gRPC/interpreter overhead. Reported as a calibration caveat, not a bug.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52704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DOES THE ANSWER CHANGE?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5088" y="1783080"/>
            <a:ext cx="3493008" cy="1207008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901952"/>
            <a:ext cx="320040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$ python3 bench/verify_gpt2.py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distributed : [11, 314, 716, 257, 1263]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single-proc : [11, 314, 716, 257, 1263]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5088" y="3099816"/>
            <a:ext cx="3493008" cy="1152144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3218688"/>
            <a:ext cx="32004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$ make test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ok  internal/partition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  TestOptimalMatchesBruteForce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933"/>
                </a:solidFill>
                <a:latin typeface="Consolas"/>
              </a:rPr>
              <a:t>  (200 randomised cases)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361688"/>
            <a:ext cx="3493008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C9355"/>
                </a:solidFill>
                <a:latin typeface="Segoe UI"/>
              </a:rPr>
              <a:t>▪  Distributed output is </a:t>
            </a:r>
            <a:r>
              <a:rPr sz="1050" b="1" i="0">
                <a:solidFill>
                  <a:srgbClr val="2C9355"/>
                </a:solidFill>
                <a:latin typeface="Segoe UI"/>
              </a:rPr>
              <a:t>token-identical</a:t>
            </a:r>
            <a:r>
              <a:rPr sz="1050" b="0" i="0">
                <a:solidFill>
                  <a:srgbClr val="2C9355"/>
                </a:solidFill>
                <a:latin typeface="Segoe UI"/>
              </a:rPr>
              <a:t> to single-process HuggingFace GPT-2 under greedy decoding.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The DP is checked against brute-force enumeration - it returns the exact optimum, not a heuristic.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7  · 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Comparison: against prior systems, and against static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6126476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2510"/>
                <a:gridCol w="738653"/>
                <a:gridCol w="608302"/>
                <a:gridCol w="912454"/>
                <a:gridCol w="782103"/>
                <a:gridCol w="91245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Petals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vLLM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EdgeShard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Llumnix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Ours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Heterogeneous edge support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Kernel-level telemetry (eBPF)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Runtime-continuous repartition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 once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 req.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 layers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Requires no KV-cache migration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Thermal-aware scheduling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Autonomous healing on node loss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Declarative Kubernetes API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Real heterogeneous-hardware eval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 15 dev.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C43D3D"/>
                          </a:solidFill>
                          <a:latin typeface="Segoe UI"/>
                        </a:rPr>
                        <a:t>✗ our gap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4562856"/>
            <a:ext cx="6126480" cy="100584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562856"/>
            <a:ext cx="50292" cy="1005840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681728"/>
            <a:ext cx="57424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43D3D"/>
                </a:solidFill>
                <a:latin typeface="Segoe UI"/>
              </a:rPr>
              <a:t>THE ROW THAT IS NOT IN OUR FAVOUR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The last row is included deliberately. EdgeShard evaluates on 15 physical devices with Llama2-70B; this project on a single-host kind cluster with GPT-2. That is a real gap in evaluation rigour, stated rather than omitted.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67728" y="1563624"/>
          <a:ext cx="5212078" cy="3209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6621"/>
                <a:gridCol w="1658389"/>
                <a:gridCol w="789709"/>
                <a:gridCol w="829194"/>
                <a:gridCol w="908165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8.060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8.038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−0.3%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389.0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392.3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+0.8%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7.254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7.074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C43D3D"/>
                          </a:solidFill>
                          <a:latin typeface="Segoe UI"/>
                        </a:rPr>
                        <a:t>−2.5%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452.4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453.6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+0.3%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4.245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6.647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+56.6%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903.5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476.9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−47.2%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4.261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6.021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+41.3%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900.5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547.4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−39.2%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1.434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6.548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+356.6%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386.4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537.8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C43D3D"/>
                          </a:solidFill>
                          <a:latin typeface="Segoe UI"/>
                        </a:rPr>
                        <a:t>+39.2%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failed requests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C9355"/>
                          </a:solidFill>
                          <a:latin typeface="Segoe UI"/>
                        </a:rPr>
                        <a:t>18 →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67728" y="4809744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Same controller, same load, same hardware - STATIC_MODE=1 is the only difference. It wins on thermal, combo and failure; it is neutral on baseline and netem, which is the correct behaviour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8-9  ·  LIMITATIONS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Limitations, 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C43D3D"/>
                </a:solidFill>
                <a:latin typeface="Segoe UI"/>
              </a:rPr>
              <a:t>LIMITATIONS - STATED OPENLY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01368"/>
            <a:ext cx="3703320" cy="455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Evaluation runs on a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single-host kind cluster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: loopback network, simulated GPU by default. The real-hardware paths exist and are documented, but the reported numbers are from kind.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No empirical EdgeShard/Petals comparison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- different testbeds. Stated rather than approximated with an unfair reimplementation.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GPT-2 scale.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The crossover where stateless replay costs more than KV migration is not yet measured.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Cost model is ~3× low in absolute terms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- stable ratio, so ranking is correct; a calibration caveat.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The netem ablation was neutral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, and the profileonly ablation inconclusive under that 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6008" y="1527048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1801368"/>
            <a:ext cx="3703320" cy="455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A working system, not a simulation.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Real CO-RE eBPF, a real Kubernetes controller and CRD, real gRPC workers, and a harness that injects real faults into a real cluster.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The one-time partition assumption is removable.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Stateless workers turn repartitioning from a KV-migration problem into a gRPC call plus a version check - so it can run continuously, at 2 s granularity, on a live pipeline.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C9355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C9355"/>
                </a:solidFill>
                <a:latin typeface="Segoe UI"/>
              </a:rPr>
              <a:t>It pays off under exactly the faults that motivate it</a:t>
            </a:r>
            <a:r>
              <a:rPr sz="1050" b="0" i="0">
                <a:solidFill>
                  <a:srgbClr val="2C9355"/>
                </a:solidFill>
                <a:latin typeface="Segoe UI"/>
              </a:rPr>
              <a:t> - thermal +57%, joint +41%, node loss 4.6× with zero dropped requests - and costs under 0.5% when nothing is wrong.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61D26"/>
                </a:solidFill>
                <a:latin typeface="Segoe UI"/>
              </a:rPr>
              <a:t>Correctness is proved, not assumed</a:t>
            </a:r>
            <a:r>
              <a:rPr sz="1050" b="0" i="0">
                <a:solidFill>
                  <a:srgbClr val="161D26"/>
                </a:solidFill>
                <a:latin typeface="Segoe UI"/>
              </a:rPr>
              <a:t> - token-identical output, and a partitioner checked against brute force.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5088" y="1508760"/>
            <a:ext cx="349300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06255" y="16916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FUTURE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6255" y="2057400"/>
            <a:ext cx="237744" cy="237744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5" y="208940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39112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Measure the replay-vs-migration crossover as context length grows - the experiment that bounds C2.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5" y="2770632"/>
            <a:ext cx="237744" cy="237744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5" y="280263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752344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Re-run the telemetry-source ablation under a larger perturbation to isolate C1.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5" y="3483864"/>
            <a:ext cx="237744" cy="237744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5" y="351586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465576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Deploy on physical hardware: multi-laptop k3s with GPU_MODE=cputherm, plus an NVIDIA node with real NVML.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5" y="4197096"/>
            <a:ext cx="237744" cy="237744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5" y="422910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178808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Scale past GPT-2 to a small Llama variant, narrowing the evaluation gap against EdgeShard.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5" y="4910328"/>
            <a:ext cx="237744" cy="237744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5" y="494233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892040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Multi-tenant operation: concurrent InferencePipeline resources sharing one node 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10  ·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57150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[1]   M. Zhang, J. Cao, X. Shen and Z. Cui, “EdgeShard: Efficient LLM Inference via Collaborative Edge Computing,” IEEE Internet of Things Journal, 2024. (arXiv:2405.14371)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[2]   S. Ye et al., “Galaxy: A Resource-Efficient Collaborative Edge AI System for In-situ Transformer Inference,” Proc. IEEE INFOCOM,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[3]   A. Borzunov et al., “Petals: Collaborative Inference and Fine-tuning of Large Models,” Proc. ACL 2023 System Demonstrations, 2023.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[4]   Y. Mei et al., “Helix: Serving Large Language Models over Heterogeneous GPUs and Network via Max-Flow,” Proc. ACM ASPLOS, 2025.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[5]   W. Kwon et al., “Efficient Memory Management for Large Language Model Serving with PagedAttention,” Proc. 29th ACM SOSP, 2023.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[6]   Y. Zhong et al., “DistServe: Disaggregating Prefill and Decoding for Goodput-optimized LLM Serving,” Proc. 18th USENIX OSDI,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[7]   P. Patel et al., “Splitwise: Efficient Generative LLM Inference Using Phase Splitting,” Proc. 51st ACM/IEEE ISCA,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[8]   B. Sun et al., “Llumnix: Dynamic Scheduling for Large Language Model Serving,” Proc. 18th USENIX OSDI,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[9]   Y. Fu et al., “ServerlessLLM: Low-Latency Serverless Inference for Large Language Models,” Proc. 18th USENIX OSDI,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[10]   Y. Zhou et al., “Electrode: Accelerating Distributed Protocols with eBPF,” Proc. 20th USENIX NSDI,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4808" y="1563624"/>
            <a:ext cx="57150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[11]   A. Agrawal et al., “Taming Throughput-Latency Tradeoff in LLM Inference with Sarathi-Serve,” Proc. 18th USENIX OSDI, 2024.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[12]   Y. Hu et al., “PipeEdge: Pipeline Parallelism for Large-Scale Model Inference on Heterogeneous Edge Devices,” Proc. 25th Euromicro DSD, 2022.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[13]   L. Zheng et al., “Alpa: Automating Inter- and Intra-Operator Parallelism for Distributed Deep Learning,” Proc. 16th USENIX OSDI, 2022.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[14]   A. Pınar and C. Aykanat, “Fast optimal load balancing algorithms for 1D partitioning,” J. Parallel Distrib. Comput., vol. 64, no. 8, 2004.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[15]   S. S. Skiena, The Algorithm Design Manual, 2nd ed. Springer, 2008. (linear partition problem)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[16]   A. Radford et al., “Language Models are Unsupervised Multitask Learners,” OpenAI Technical Report, 2019. (GPT-2)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[17]   Cilium project, “cilium/ebpf: eBPF library for Go.” github.com/cilium/ebpf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[18]   SUSE / Rancher, “k3s: Lightweight Kubernetes.” k3s.io</a:t>
            </a:r>
          </a:p>
          <a:p>
            <a:pPr algn="l" marL="384048" indent="-384048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61D26"/>
                </a:solidFill>
                <a:latin typeface="Segoe UI"/>
              </a:rPr>
              <a:t>[19]   Kubernetes SIG Testing, “kind: Kubernetes in Docker.” kind.sigs.k8s.io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052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E6E7E"/>
                </a:solidFill>
                <a:latin typeface="Segoe UI"/>
              </a:rPr>
              <a:t>Section 11 (proposed-work code, Docker/VM configuration and the live demo) is in the companion deck: KubeEdgeInfer_Code_Demo.pptx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