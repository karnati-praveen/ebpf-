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name, department, guide and date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960120"/>
            <a:ext cx="10268712" cy="1572768"/>
          </a:xfrm>
          <a:prstGeom prst="roundRect">
            <a:avLst>
              <a:gd name="adj" fmla="val 3488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09728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KubeEdgeInfer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1600200"/>
            <a:ext cx="9720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Closed-Loop, eBPF-Driven Kubernetes Framework for Heterogeneous</a:t>
            </a:r>
            <a:endParaRPr lang="en-US" sz="14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LLM Inference on Consumer Edge Clusters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________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85876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Sir's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82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2416" y="1051560"/>
            <a:ext cx="10661904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(LLMs) are often too large to fit on a single consumer GPU.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532763"/>
            <a:ext cx="182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2416" y="1532763"/>
            <a:ext cx="10661904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parallelism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solves this by splitting model layers across several machines, forming an inference assembly line.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013966"/>
            <a:ext cx="182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2416" y="2013966"/>
            <a:ext cx="10661904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frameworks are built either for stable datacenter interconnects, or they split layers </a:t>
            </a:r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statically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never revisit that decision.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738628"/>
            <a:ext cx="182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42416" y="2738628"/>
            <a:ext cx="10661904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and edge hardware is inherently </a:t>
            </a:r>
            <a:pPr indent="0" marL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</a:t>
            </a:r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different GPU generations, WiFi rather than Ethernet, and thermal variance under sustained load.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663440"/>
            <a:ext cx="11183112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901184"/>
            <a:ext cx="11183112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663440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" y="5047488"/>
            <a:ext cx="10890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observe real hardware conditions at the kernel level, and let the model's layer partition adapt to them instead of staying fixed.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110185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42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06040" y="10424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0424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60920" y="1042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this work addresses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371600"/>
            <a:ext cx="110185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264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EdgeShard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42646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4264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device selection and layer partition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0920" y="1426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 offline; plan never revisited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7739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739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7739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Tensor/sequence parallelism with overlap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60920" y="1773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planning, no adaptation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12140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12140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121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Max-flow MILP over mixed GPUs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0920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too heavy for a live loop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468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TPI-LLM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4688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scheduling for 70B on small 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Optimises memory, not degradation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816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prima.cpp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28163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816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CPU/GPU co-scheduling on home clusters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2816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fixed at load 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1638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Head-level 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316382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1638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Attention-head granularity, with migration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3163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memory pressure only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5112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Parallax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35112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46120" y="35112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over volunteer machines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35112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kernel-level measurement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3858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split (MBRL)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38587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46120" y="3858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the split point as the channel varies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3858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training; no optimality proof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4206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LLM survey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06040" y="42062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46120" y="4206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Surveys the field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adaptation as an open problem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45537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sched_ext (eBPF)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06040" y="45537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46120" y="45537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schedulers loaded as eBPF programs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host; no model pipeline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" y="4901184"/>
            <a:ext cx="110185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6250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2920" y="5349240"/>
            <a:ext cx="11183112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5586984"/>
            <a:ext cx="11183112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" y="5349240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limitation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49224" y="5733288"/>
            <a:ext cx="1089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measures the hardware before the run, and never measures again.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partitioning ignores real-time hardware variability.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3611880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66544"/>
            <a:ext cx="3611880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82880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Throttling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212848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 slow down mid-inference as they heat up under sustained load.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182880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828800"/>
            <a:ext cx="3611880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2066544"/>
            <a:ext cx="3611880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82880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Latency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34840" y="2212848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and edge links have variable latency — no InfiniBand or NVLink at home.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82880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4152" y="1828800"/>
            <a:ext cx="3611880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74152" y="2066544"/>
            <a:ext cx="3611880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82880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Failure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0456" y="2212848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laptop closes its lid or drops off the network, and its layers go with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11183112" cy="868680"/>
          </a:xfrm>
          <a:prstGeom prst="roundRect">
            <a:avLst>
              <a:gd name="adj" fmla="val 5263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94760"/>
            <a:ext cx="11183112" cy="329184"/>
          </a:xfrm>
          <a:prstGeom prst="roundRect">
            <a:avLst>
              <a:gd name="adj" fmla="val 19444"/>
            </a:avLst>
          </a:prstGeom>
          <a:solidFill>
            <a:srgbClr val="A31D1D"/>
          </a:solidFill>
          <a:ln w="12700">
            <a:solidFill>
              <a:srgbClr val="A31D1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32504"/>
            <a:ext cx="11183112" cy="91440"/>
          </a:xfrm>
          <a:prstGeom prst="rect">
            <a:avLst/>
          </a:prstGeom>
          <a:solidFill>
            <a:srgbClr val="A31D1D"/>
          </a:solidFill>
          <a:ln w="12700">
            <a:solidFill>
              <a:srgbClr val="A31D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794760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 Pipeline Bubble Time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" y="4178808"/>
            <a:ext cx="10890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machines sit idle waiting on slower ones. A one-time, fixed split cannot correct itself as conditions change.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Contributions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1115568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" y="1097280"/>
            <a:ext cx="105156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system telemetry — network transfer latency, GPU thermal state, throttling — using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NVML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no change to the model code.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1821942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19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1803654"/>
            <a:ext cx="105156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partitioning algorithm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computes the optimal contiguous layer split from live telemetry, and prove it optimal for each snapshot.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528316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83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2510028"/>
            <a:ext cx="105156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telemetry and partitioning decisions directly into a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loop, applying them without restarting pods.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234690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346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" y="3216402"/>
            <a:ext cx="1051560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healing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automatic re-partitioning on node failure or sustained thermal throttling.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3697605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976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" y="3679317"/>
            <a:ext cx="105156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the loop with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hysteresis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15% improvement threshold and a 30 s cooldown — so noisy telemetry cannot cause thrashing.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403979"/>
            <a:ext cx="237744" cy="237744"/>
          </a:xfrm>
          <a:prstGeom prst="ellipse">
            <a:avLst/>
          </a:prstGeom>
          <a:solidFill>
            <a:srgbClr val="1B21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4039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" y="4385691"/>
            <a:ext cx="105156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bubble time, throughput and time-to-first-token empirically against static partitioning and an offline-profiling baseline.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How It Works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34924" y="109728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4924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WATCH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34924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+ NVML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0924" y="1627632"/>
            <a:ext cx="658368" cy="0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9292" y="109728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9292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9292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Partitioning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5292" y="1627632"/>
            <a:ext cx="658368" cy="0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23660" y="109728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366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3660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09660" y="1627632"/>
            <a:ext cx="658368" cy="0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68028" y="109728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68028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HEAL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68028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1028" y="2148840"/>
            <a:ext cx="0" cy="384048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7924" y="2532888"/>
            <a:ext cx="8833104" cy="0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677924" y="2148840"/>
            <a:ext cx="0" cy="384048"/>
          </a:xfrm>
          <a:prstGeom prst="line">
            <a:avLst/>
          </a:prstGeom>
          <a:noFill/>
          <a:ln w="22225">
            <a:solidFill>
              <a:srgbClr val="1B215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34924" y="2578608"/>
            <a:ext cx="1111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repeats continuously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3246120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3246120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kernel-level flow latency, GPU temperature, memory, throttle state.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663442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" y="3663442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the optimal contiguous split from live metrics.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080764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4080764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re-assign layers, reroute traffic, apply the new split with no restart.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498086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2416" y="4498086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Heal: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 node failure within 3 s, re-partition across the survivors.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377440" y="1051560"/>
            <a:ext cx="8275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0881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condition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088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KubeEdgeInfer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088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Profile-once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15400" y="10881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split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435608"/>
            <a:ext cx="82753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1508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1892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throttle (0.4x)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1892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2768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delay (80 ms)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276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276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276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2660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+ 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660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660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2660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failure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3044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stops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3429000"/>
            <a:ext cx="8275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204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Bottleneck-stage cost per token; lower is better. 12 layers over 3 machines.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977640"/>
            <a:ext cx="11183112" cy="1207008"/>
          </a:xfrm>
          <a:prstGeom prst="roundRect">
            <a:avLst>
              <a:gd name="adj" fmla="val 378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977640"/>
            <a:ext cx="11183112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15384"/>
            <a:ext cx="11183112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977640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9224" y="4361688"/>
            <a:ext cx="10890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 lower bottleneck cost under thermal throttling and under network degradation; 66% lower when both occur together. Under node failure the static split is undefined over the surviving set, so the pipeline stops — KubeEdgeInfer re-partitions and continues.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53492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with go run ./bench/dpsim; end-to-end throughput comes from bench/run.py, which needs a live cluster.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103120" y="1097280"/>
            <a:ext cx="8641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1338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1338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EdgeShard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133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13385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11338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prima.cpp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1240" y="1133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499616"/>
            <a:ext cx="8641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5727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edge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5727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5727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15727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21240" y="15727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19751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Kernel-level telemetry (eBPF)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197510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19751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21240" y="19751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23774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re-partitioning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3774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23774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0" y="23774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21240" y="2377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03120" y="27797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awareness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7797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27797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27797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95360" y="27797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21240" y="27797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03120" y="31821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healing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182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31821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3182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95360" y="3182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921240" y="31821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103120" y="35844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K8s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5844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55080" y="35844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98080" y="35844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95360" y="35844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921240" y="3584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103120" y="3986784"/>
            <a:ext cx="86410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4572000"/>
            <a:ext cx="11183112" cy="960120"/>
          </a:xfrm>
          <a:prstGeom prst="roundRect">
            <a:avLst>
              <a:gd name="adj" fmla="val 4762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76200" dist="38100" dir="2700000">
              <a:srgbClr val="80808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2920" y="4572000"/>
            <a:ext cx="11183112" cy="329184"/>
          </a:xfrm>
          <a:prstGeom prst="roundRect">
            <a:avLst>
              <a:gd name="adj" fmla="val 19444"/>
            </a:avLst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4809744"/>
            <a:ext cx="11183112" cy="9144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4572000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novelty statement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49224" y="4956048"/>
            <a:ext cx="1089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a static, one-time model-splitting decision into a continuous, self-correcting one — driven by real kernel-level measurements instead of assumptions.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42416" y="1097280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system to close the loop: eBPF/NVML telemetry → Kubernetes scheduling → self-healing, for edge LLM inference.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32890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2416" y="1532890"/>
            <a:ext cx="10661904" cy="46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partitioner is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provably optimal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fixed telemetry snapshot — it reduces to the classical linear partition problem, and is unit-tested against brute force on 200 random instances.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02942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2202942"/>
            <a:ext cx="10661904" cy="46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behaviour is validated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a staged ablation under simulated network, thermal and failure conditions.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72994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2872994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GPT-2 output is </a:t>
            </a:r>
            <a:pPr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token-identical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single-process inference, so adaptivity costs no correctness.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08604"/>
            <a:ext cx="182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3308604"/>
            <a:ext cx="10661904" cy="23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software-based and reproducible — no proprietary hardware lab required.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5029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159"/>
          </a:solidFill>
          <a:ln w="12700">
            <a:solidFill>
              <a:srgbClr val="1B21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16152" y="10241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Zhang, J. Cao, X. Shen, Z. Cui. EdgeShard: Efficient LLM Inference via Collaborative Edge Computing. IEEE Internet of Things Journal, 2024. arXiv:2405.14371.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16152" y="14813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Galaxy: A Resource-Efficient Collaborative Edge AI System for In-situ Transformer Inference. IEEE INFOCOM, 2024. arXiv:2405.17245.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16152" y="19385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Helix: Serving Large Language Models over Heterogeneous GPUs and Network via Max-Flow. ACM ASPLOS, 2025. arXiv:2406.01566.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16152" y="23957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TPI-LLM: Serving 70B-scale LLMs Efficiently on Low-resource Edge Devices. 2024. arXiv:2410.00531.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16152" y="28529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Prima.cpp: Fast 30-70B LLM Inference on Heterogeneous and Low-Resource Home Clusters. 2025. arXiv:2504.08791.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101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16152" y="33101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 Partitioning for Low-Latency Inference at the Edge. 2025. arXiv:2505.02533.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7673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16152" y="37673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Parallax: Efficient LLM Inference Service over Decentralized Environment. 2025. arXiv:2509.26182.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16152" y="42245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layer splitting for wireless large language model inference in edge computing. FITEE, Springer, 2025. doi:10.1631/FITEE.2400468.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6817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16152" y="46817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LLMs and Multimodal Large Language Models: A Survey on Advances, Challenges, and Future Directions. 2025. arXiv:2503.16585.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1389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16152" y="513892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Agentic OS: An LLM Agent Framework for Linux Schedulers. 2025. arXiv:2509.01245.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8521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cilium/ebpf (CO-RE loader), Kubernetes controller-runtime, NVIDIA NVML, k3s, Hugging Face Transformers.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863072" y="6400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KubeEdgeInfer</dc:title>
  <dc:subject>PptxGenJS Presentation</dc:subject>
  <dc:creator>PptxGenJS</dc:creator>
  <cp:lastModifiedBy>PptxGenJS</cp:lastModifiedBy>
  <cp:revision>1</cp:revision>
  <dcterms:created xsi:type="dcterms:W3CDTF">2026-08-17T06:38:06Z</dcterms:created>
  <dcterms:modified xsi:type="dcterms:W3CDTF">2026-08-17T06:38:06Z</dcterms:modified>
</cp:coreProperties>
</file>