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280160"/>
            <a:ext cx="4754880" cy="475488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/ LIVE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Work: Code Walkthrough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5661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loop stages in source, and the commands that make the cluster heal itself on stage.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48056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480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tcpmon.c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41448" y="448056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1448" y="4480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partition.go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15968" y="448056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4480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90488" y="448056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90488" y="4480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run-demo.sh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5760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main deck - present only if there is time for the demo.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loop stage lives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55096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72184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7218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755648" y="13258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internal/ebpf/bpf/tcpmon.c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504688" y="13258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(CO-RE)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93408" y="13258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smoothed RTT and byte counts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" y="2130552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3055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755648" y="19842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cmd/nodeagent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04688" y="1984248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93408" y="198424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BPF object, merges GPU state, serves telemetry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2642616"/>
            <a:ext cx="11055096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2788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788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755648" y="264261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internal/partition/partition.go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04688" y="2642616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93408" y="264261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Linear-partition DP, Evaluate, and the hysteresis Decider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3232" y="344728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4472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755648" y="33009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cmd/controller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504688" y="3300984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693408" y="330098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telemetry, writes the CRD, pushes assignments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3959352"/>
            <a:ext cx="11055096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" y="4105656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10565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755648" y="395935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internal/controller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504688" y="3959352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693408" y="395935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 heartbeat watchdog forcing repartition across survivors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3232" y="4764024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476402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755648" y="46177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worker/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504688" y="46177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93408" y="4617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shard workers (sim, gpt2) and the router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276088"/>
            <a:ext cx="11055096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3232" y="5422392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54223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755648" y="527608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8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bench/run.py, bench/dpsim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504688" y="5276088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Go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93408" y="527608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ablation harness and partitioner-level evaluation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66928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gRPC stubs and the compiled BPF object are committed, so a demo needs neither protoc nor clang.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73384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WATCH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latency inside the kernel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6675120" cy="4114800"/>
          </a:xfrm>
          <a:prstGeom prst="roundRect">
            <a:avLst>
              <a:gd name="adj" fmla="val 1333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" y="1453896"/>
            <a:ext cx="6236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07B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internal/ebpf/bpf/tcpmon.c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86384" y="1746504"/>
            <a:ext cx="62727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flow_val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__u64 bytes;         // cumulative payload bytes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__u64 srtt_us;       // most recent smoothed RTT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__u64 srtt_samples;  // cumulative tcp_probe hits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__uint(type, BPF_MAP_TYPE_HASH);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__type(key,   struct flow_key);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__type(value, struct flow_val);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flows SEC(".maps");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SEC("tp_btf/tcp_probe")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BPF_PROG(tcp_probe_hook, struct sock *sk,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struct sk_buff *skb)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tcp_sock *tp = (struct tcp_sock *)sk;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__u32 srtt = BPF_CORE_READ(tp, srtt_us) &gt;&gt; 3;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val-&gt;srtt_us = srtt;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__sync_fetch_and_add(&amp;val-&gt;srtt_samples, 1);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SEC("fentry/tcp_sendmsg")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BPF_PROG(tcp_sendmsg_hook, struct sock *sk,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struct msghdr *msg, size_t size)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498080" y="1325880"/>
            <a:ext cx="4123944" cy="1417320"/>
          </a:xfrm>
          <a:prstGeom prst="roundRect">
            <a:avLst>
              <a:gd name="adj" fmla="val 3871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17536" y="1527048"/>
            <a:ext cx="237744" cy="237744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65008" y="14904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kernel's own number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65008" y="1783080"/>
            <a:ext cx="330098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srtt_us is the smoothed RTT the TCP stack already maintains for congestion control. Reading it costs nothing, and it cannot disagree with reality the way an application-level timer can.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98080" y="2880360"/>
            <a:ext cx="4123944" cy="1280160"/>
          </a:xfrm>
          <a:prstGeom prst="roundRect">
            <a:avLst>
              <a:gd name="adj" fmla="val 4286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17536" y="308152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65008" y="30449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CO-RE, not a rebuild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65008" y="3337560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BPF_CORE_READ relocates struct offsets against the host BTF at load time, so one committed object file loads on any kernel with /sys/kernel/btf/vmlinux.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0" y="4297680"/>
            <a:ext cx="4123944" cy="1143000"/>
          </a:xfrm>
          <a:prstGeom prst="roundRect">
            <a:avLst>
              <a:gd name="adj" fmla="val 4800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17536" y="449884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65008" y="44622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not global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65008" y="4754880"/>
            <a:ext cx="33009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are filtered to worker ports; the controller attributes each flow to a pod by source IP.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kubectl -n kubeedgeinfer logs -l app=keinfer-nodeagent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073384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DECIDE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partitioner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6675120" cy="4114800"/>
          </a:xfrm>
          <a:prstGeom prst="roundRect">
            <a:avLst>
              <a:gd name="adj" fmla="val 1333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" y="1453896"/>
            <a:ext cx="6236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07B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internal/partition/partition.go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86384" y="1746504"/>
            <a:ext cx="62727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stageCost: receive + compute for one stage.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 empty stage is skipped by the router entirely,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 it costs nothing - not even its hop.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 stageCost(in Input, worker, layers int) float64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layers == 0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cost := float64(layers) * in.PerLayerMs /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math.Max(in.Workers[worker].Speed, 0.01)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worker &gt; 0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cost += in.LinkMs[worker-1]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cost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Optimal solves the linear partition in O(N^2 * K).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w := 1; w &lt;= k; w++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j := 0; j &lt;= n; j++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split := 0; split &lt;= j; split++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cost := math.Max(f[split][w-1],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stageCost(in, w-1, j-split))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cost &lt; f[j][w]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f[j][w] = cost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choice[j][w] = split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498080" y="1325880"/>
            <a:ext cx="4123944" cy="1325880"/>
          </a:xfrm>
          <a:prstGeom prst="roundRect">
            <a:avLst>
              <a:gd name="adj" fmla="val 4138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17536" y="152704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65008" y="14904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f[j][w]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65008" y="1783080"/>
            <a:ext cx="330098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achievable bottleneck when the first j layers are spread over the first w workers. The answer is f[N][K]; choice[][] reconstructs the ranges.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98080" y="2788920"/>
            <a:ext cx="4123944" cy="1325880"/>
          </a:xfrm>
          <a:prstGeom prst="roundRect">
            <a:avLst>
              <a:gd name="adj" fmla="val 4138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17536" y="299008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65008" y="29535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carries the throttle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65008" y="3246120"/>
            <a:ext cx="330098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Worker.Speed is an effective multiplier in (0,1]. Thermal derating enters here, so the solver contains no separate thermal branch anywhere.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0" y="4251960"/>
            <a:ext cx="4123944" cy="1188720"/>
          </a:xfrm>
          <a:prstGeom prst="roundRect">
            <a:avLst>
              <a:gd name="adj" fmla="val 4615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17536" y="4453128"/>
            <a:ext cx="237744" cy="237744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65008" y="4416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Zero-layer stages are legal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65008" y="4709160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one `if layers == 0` is what lets the DP bypass a badly connected node - exclusion falls out of the objective.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go test ./internal/partition/... - includes a brute-force cross-check on 200 randomised instances.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073384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3-4. ACT AND HEAL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decision to a running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6675120" cy="2834640"/>
          </a:xfrm>
          <a:prstGeom prst="roundRect">
            <a:avLst>
              <a:gd name="adj" fmla="val 19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" y="1453896"/>
            <a:ext cx="6236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07B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internal/partition/partition.go - Decider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86384" y="1746504"/>
            <a:ext cx="627278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 (d *Decider) Decide(now time.Time, in Input,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force bool) (*Result, bool, error)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opt, err := Optimal(in)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d.current == nil || force ||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workersChanged(d.current, in.Workers)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d.current, d.lastChange = opt, now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opt, true, nil          // healing path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currentCost := Evaluate(in, d.current.Splits())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improved := opt.BottleneckMs &lt;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currentCost*(1-d.ImprovementFrac)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improved &amp;&amp; now.Sub(d.lastChange) &gt;= d.Cooldown {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d.current, d.lastChange = opt, now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opt, true, nil          // hysteresis passed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6675120" cy="1673352"/>
          </a:xfrm>
          <a:prstGeom prst="roundRect">
            <a:avLst>
              <a:gd name="adj" fmla="val 3279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3B2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" y="4471416"/>
            <a:ext cx="6236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07B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- inject and clear a thermal fault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86384" y="4764024"/>
            <a:ext cx="627278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W2=$(docker inspect -f '{{range .NetworkSettings.Networks}}\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{{.IPAddress}}{{end}}' kubeedgeinfer-worker2)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http://$W2:9101/gpu/override -d '{"temp_c": 92}'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http://$W2:9101/gpu/override -d '{"clear": true}'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498080" y="1325880"/>
            <a:ext cx="4123944" cy="1417320"/>
          </a:xfrm>
          <a:prstGeom prst="roundRect">
            <a:avLst>
              <a:gd name="adj" fmla="val 3871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17536" y="152704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65008" y="14904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exits, one function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65008" y="1783080"/>
            <a:ext cx="330098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membership change heals immediately; a large enough improvement past the cooldown repartitions; everything else keeps the current split and merely refreshes its cost.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498080" y="2880360"/>
            <a:ext cx="4123944" cy="1280160"/>
          </a:xfrm>
          <a:prstGeom prst="roundRect">
            <a:avLst>
              <a:gd name="adj" fmla="val 4286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17536" y="3081528"/>
            <a:ext cx="237744" cy="237744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0449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is the honest comparison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65008" y="3337560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split is re-scored under current telemetry before comparison - otherwise the threshold would measure against a stale number.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0" y="4297680"/>
            <a:ext cx="4123944" cy="1719072"/>
          </a:xfrm>
          <a:prstGeom prst="roundRect">
            <a:avLst>
              <a:gd name="adj" fmla="val 3191"/>
            </a:avLst>
          </a:prstGeom>
          <a:solidFill>
            <a:srgbClr val="F1F3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17536" y="4498848"/>
            <a:ext cx="237744" cy="237744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65008" y="44622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without a restart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65008" y="4754880"/>
            <a:ext cx="3300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writes the new ranges into the InferencePipeline CRD and pushes them over gRPC with a bumped generation. Workers reject stale-generation forwards; the router refetches the layout and replays the accumulated context. Workers hold no state, so replay is trivially correct.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migrate off the hot node within roughly 35 s and return once it cools.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73384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24128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1316736"/>
            <a:ext cx="4663440" cy="841248"/>
          </a:xfrm>
          <a:prstGeom prst="roundRect">
            <a:avLst>
              <a:gd name="adj" fmla="val 54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6976" y="137160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./run-demo.sh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927848" y="1316736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images, creates the kind cluster, deploys everything and opens a live dashboard on localhost:8000 with the pipeline, per-stage utilisation, eBPF flow sRTTs and a repartition event log.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24128" y="23408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81528" y="2286000"/>
            <a:ext cx="4663440" cy="841248"/>
          </a:xfrm>
          <a:prstGeom prst="roundRect">
            <a:avLst>
              <a:gd name="adj" fmla="val 54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34086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-n kubeedgeinfer get ipl demo -w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927848" y="2286000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and generation update in place as the controller re-plans.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24128" y="3310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load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81528" y="3255264"/>
            <a:ext cx="4663440" cy="841248"/>
          </a:xfrm>
          <a:prstGeom prst="roundRect">
            <a:avLst>
              <a:gd name="adj" fmla="val 54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331012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-n kubeedgeinfer port-forward svc/router 8080:8080</a:t>
            </a:r>
            <a:endParaRPr lang="en-US" sz="7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localhost:8080/generate \</a:t>
            </a:r>
            <a:endParaRPr lang="en-US" sz="7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'{"prompt_len":16,"max_new_tokens":8}'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927848" y="325526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hub-and-spoke through the router across the stages.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4352544"/>
            <a:ext cx="310896" cy="310896"/>
          </a:xfrm>
          <a:prstGeom prst="ellipse">
            <a:avLst/>
          </a:prstGeom>
          <a:solidFill>
            <a:srgbClr val="1F8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24128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a fault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81528" y="4224528"/>
            <a:ext cx="4663440" cy="841248"/>
          </a:xfrm>
          <a:prstGeom prst="roundRect">
            <a:avLst>
              <a:gd name="adj" fmla="val 54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36976" y="427939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http://$W2:9101/gpu/override \</a:t>
            </a:r>
            <a:endParaRPr lang="en-US" sz="7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'{"temp_c": 92}'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927848" y="4224528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use the dashboard buttons. Layers migrate off the hot node, then return after it cools.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321808"/>
            <a:ext cx="310896" cy="310896"/>
          </a:xfrm>
          <a:prstGeom prst="ellipse">
            <a:avLst/>
          </a:prstGeom>
          <a:solidFill>
            <a:srgbClr val="E07B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24128" y="5248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results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081528" y="5193792"/>
            <a:ext cx="4663440" cy="841248"/>
          </a:xfrm>
          <a:prstGeom prst="roundRect">
            <a:avLst>
              <a:gd name="adj" fmla="val 5435"/>
            </a:avLst>
          </a:prstGeom>
          <a:solidFill>
            <a:srgbClr val="1418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36976" y="524865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run ./bench/dpsim</a:t>
            </a:r>
            <a:endParaRPr lang="en-US" sz="7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D5DA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bench/run.py --all &amp;&amp; python3 bench/plot.py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927848" y="5193792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E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dpsim reproduces the slide-11 numbers with no cluster at all; bench/run.py needs the live cluster and produces tokens/s, TTFT and bubble time.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Linux with BTF at /sys/kernel/btf/vmlinux, Docker, kind, kubectl, Python 3.11+.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1073384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KubeEdgeInfer - Code Demo</dc:title>
  <dc:subject>PptxGenJS Presentation</dc:subject>
  <dc:creator>PptxGenJS</dc:creator>
  <cp:lastModifiedBy>PptxGenJS</cp:lastModifiedBy>
  <cp:revision>1</cp:revision>
  <dcterms:created xsi:type="dcterms:W3CDTF">2026-08-16T03:13:33Z</dcterms:created>
  <dcterms:modified xsi:type="dcterms:W3CDTF">2026-08-16T03:13:33Z</dcterms:modified>
</cp:coreProperties>
</file>