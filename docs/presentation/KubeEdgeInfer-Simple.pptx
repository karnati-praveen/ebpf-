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F8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37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Nothing wrong</c:v>
                  </c:pt>
                  <c:pt idx="1">
                    <c:v>Machine gets hot</c:v>
                  </c:pt>
                  <c:pt idx="2">
                    <c:v>Network gets slow</c:v>
                  </c:pt>
                  <c:pt idx="3">
                    <c:v>Both at once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52</c:v>
                </c:pt>
                <c:pt idx="2">
                  <c:v>62</c:v>
                </c:pt>
                <c:pt idx="3">
                  <c:v>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Others (cut once, then freeze)</c:v>
                </c:pt>
              </c:strCache>
            </c:strRef>
          </c:tx>
          <c:spPr>
            <a:solidFill>
              <a:srgbClr val="C3C9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37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Nothing wrong</c:v>
                  </c:pt>
                  <c:pt idx="1">
                    <c:v>Machine gets hot</c:v>
                  </c:pt>
                  <c:pt idx="2">
                    <c:v>Network gets slow</c:v>
                  </c:pt>
                  <c:pt idx="3">
                    <c:v>Both at once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</c:v>
                </c:pt>
                <c:pt idx="1">
                  <c:v>102</c:v>
                </c:pt>
                <c:pt idx="2">
                  <c:v>122</c:v>
                </c:pt>
                <c:pt idx="3">
                  <c:v>182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37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A63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12700" cap="flat">
              <a:solidFill>
                <a:srgbClr val="EBED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377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377"/>
                    </a:solidFill>
                    <a:latin typeface="Calibri"/>
                  </a:rPr>
                  <a:t>milliseconds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37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37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author, institution and date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98448"/>
            <a:ext cx="274320" cy="27432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60" kern="0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KubeEdgeInfer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One Big AI Model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Small Machines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fixing the split while it runs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3434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decide how to cut the model once. We keep checking, and change the cut whenever the machines change.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        Institution:          Date: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machines keep changing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7452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89888" y="18562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model does not fit on one machine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89888" y="225856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cut it into blocks of layers and give one block to each machine. Where we cut is the most important choice we make.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9888" y="32278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machines are not like data centres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89888" y="363016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and cheap GPU boxes get hot and slow down, their network speed wanders, and sometimes they switch off.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45994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 cut once and never look again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89888" y="5001768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cut is right at the start, and gets more and more wrong as the machines change.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75320" y="1874520"/>
            <a:ext cx="3182112" cy="3566160"/>
          </a:xfrm>
          <a:prstGeom prst="roundRect">
            <a:avLst>
              <a:gd name="adj" fmla="val 229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03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costs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49640" y="26060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2.4x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549640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when one machine gets hot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3977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4.3x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549640" y="4636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when the network slows too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629107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slide 7, with 12 layers across 3 machines.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others have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20700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papers from 2024 and 2025. Full details on slide 10.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84832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65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EdgeShard  (2024)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22585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where to cut with an exact solver. 50% less delay.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871216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752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  (2024)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30449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work inside each layer instead of by layer.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3538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  (2025)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3831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placement and routing together on mixed GPUs.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43984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4325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TPI-LLM  (2024)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46177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Clever memory handling so 70B models fit in small RAM.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230368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4128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prima.cpp  (2025)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540410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30-70B models on real home machines.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084832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56248" y="1965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Head-level splitting  (2025)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56248" y="22585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into very small pieces and moves them when memory is low.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2871216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752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 (2025)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56248" y="304495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 model across volunteer machines, no central cluster.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63640" y="3657600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538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splitting  (2025)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56248" y="383133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where to cut as the wireless signal changes.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4443984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432511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the field  (2025)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56248" y="46177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adapting to changing machines as an open problem.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230368"/>
            <a:ext cx="137160" cy="13716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schedulers in eBPF  (2025)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540410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eBPF is now used to control, not only to watch.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5870448"/>
            <a:ext cx="10725912" cy="512064"/>
          </a:xfrm>
          <a:prstGeom prst="roundRect">
            <a:avLst>
              <a:gd name="adj" fmla="val 10714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870448"/>
            <a:ext cx="10177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all have in common: they measure the machines before the run, and never measure again.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725912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99943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N model layers and K machines of different speeds. While the model is answering, their speed, their network delay, and whether they are even alive all keep changing. Keep choosing a cut that makes the slowest machine as fast as possible - and never restart anything to do it.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breaks into four jobs: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329184" cy="32918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4251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45628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delay and machine heat, cheaply, without changing the model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4297680"/>
            <a:ext cx="329184" cy="32918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4297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93992" y="4251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3992" y="45628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cut, fast enough to redo it often, without flip-flopping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5303520"/>
            <a:ext cx="329184" cy="32918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61872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55686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layers between running machines without losing requests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5303520"/>
            <a:ext cx="329184" cy="32918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5303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93992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93992" y="556869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a dead machine and share its layers among the rest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new in our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92024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89888" y="19019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the network inside the kernel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89888" y="23042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eBPF programs read the round-trip time Linux already tracks for every connection. Others guess with timers, or measure only before the run.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9888" y="32278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stop deciding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389888" y="36301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decide, act, recover - every 2 seconds, for as long as the system runs. The cut is something we keep adjusting, not a setting we pick once.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45537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brakes so it does not flip-flop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389888" y="49560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cut is applied only if it is at least 15% better and 30 seconds have passed. The same brake handles heat, network and machine failure.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5852160"/>
            <a:ext cx="10725912" cy="548640"/>
          </a:xfrm>
          <a:prstGeom prst="roundRect">
            <a:avLst>
              <a:gd name="adj" fmla="val 10000"/>
            </a:avLst>
          </a:prstGeom>
          <a:solidFill>
            <a:srgbClr val="1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852160"/>
            <a:ext cx="10085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invent a new algorithm. We took the standard one and put it inside a loop that never stops measuring.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system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20700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steps run over and over, every 2 seconds.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286000"/>
            <a:ext cx="457200" cy="45720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programs report the delay and speed of every connection. Another reads GPU and CPU temperature.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200400"/>
            <a:ext cx="164592" cy="256032"/>
          </a:xfrm>
          <a:prstGeom prst="rightArrow">
            <a:avLst/>
          </a:prstGeom>
          <a:solidFill>
            <a:srgbClr val="B9C0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201168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2286000"/>
            <a:ext cx="457200" cy="45720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749040" y="33101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the cut that makes the slowest machine as fast as possible.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3200400"/>
            <a:ext cx="164592" cy="256032"/>
          </a:xfrm>
          <a:prstGeom prst="rightArrow">
            <a:avLst/>
          </a:prstGeom>
          <a:solidFill>
            <a:srgbClr val="B9C0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201168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0528" y="228600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10528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510528" y="33101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new layer ranges to the machines. No restart, no lost requests.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14816" y="3200400"/>
            <a:ext cx="164592" cy="256032"/>
          </a:xfrm>
          <a:prstGeom prst="rightArrow">
            <a:avLst/>
          </a:prstGeom>
          <a:solidFill>
            <a:srgbClr val="B9C0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15984" y="201168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2286000"/>
            <a:ext cx="457200" cy="457200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2016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72016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272016" y="3310128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machine goes quiet for 3 seconds, treat it as dead and re-cut across the rest.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H="1">
            <a:off x="1828800" y="4937760"/>
            <a:ext cx="9052560" cy="0"/>
          </a:xfrm>
          <a:prstGeom prst="line">
            <a:avLst/>
          </a:prstGeom>
          <a:noFill/>
          <a:ln w="19050">
            <a:solidFill>
              <a:srgbClr val="B9C0CD"/>
            </a:solidFill>
            <a:prstDash val="dash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31520" y="502920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starts again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5623560"/>
            <a:ext cx="10725912" cy="594360"/>
          </a:xfrm>
          <a:prstGeom prst="roundRect">
            <a:avLst>
              <a:gd name="adj" fmla="val 9231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623560"/>
            <a:ext cx="100858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carries a version number. Machines refuse messages from an old plan, and because they keep no state, the request is simply replayed.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207008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slow the busiest machine gets. Lower is better.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828800"/>
            <a:ext cx="3273552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956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458200" y="24871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a machine gets hot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183880" y="3200400"/>
            <a:ext cx="3273552" cy="118872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33284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8458200" y="3858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when the network slows too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4572000"/>
            <a:ext cx="3273552" cy="1188720"/>
          </a:xfrm>
          <a:prstGeom prst="roundRect">
            <a:avLst>
              <a:gd name="adj" fmla="val 6154"/>
            </a:avLst>
          </a:prstGeom>
          <a:solidFill>
            <a:srgbClr val="1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47000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keeps going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458200" y="5175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3C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dies, the others take over. A fixed cut simply stops.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629107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bench/dpsim: 12 layers, 3 machines, one machine slowed to 0.4x, 80 ms network delay.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compare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965960"/>
            <a:ext cx="10725912" cy="548640"/>
          </a:xfrm>
          <a:prstGeom prst="rect">
            <a:avLst/>
          </a:prstGeom>
          <a:solidFill>
            <a:srgbClr val="1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6052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EdgeShard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23560" y="1965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66760" y="196596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prima.cpp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829800" y="19659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0725912" cy="621792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6032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its numbers come from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60520" y="25603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run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23560" y="256032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run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949440" y="25603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run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25603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specs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829800" y="25603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from the kernel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32186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Re-cuts while running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60520" y="32186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23560" y="321868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32186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routing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66760" y="32186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829800" y="3218688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seconds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3877056"/>
            <a:ext cx="10725912" cy="621792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7705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a machine getting hot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160520" y="38770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23560" y="387705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49440" y="387705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6760" y="38770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829800" y="3877056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453542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a machine dying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160520" y="45354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23560" y="453542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49440" y="45354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copies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366760" y="453542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829800" y="4535424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in 3 seconds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1520" y="5193792"/>
            <a:ext cx="10725912" cy="621792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19379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without restarting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60520" y="51937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623560" y="519379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949440" y="51937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366760" y="519379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829800" y="5193792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738360" y="1965960"/>
            <a:ext cx="1810512" cy="3959352"/>
          </a:xfrm>
          <a:prstGeom prst="roundRect">
            <a:avLst>
              <a:gd name="adj" fmla="val 2525"/>
            </a:avLst>
          </a:prstGeom>
          <a:solidFill>
            <a:srgbClr val="1F8A80">
              <a:alpha val="6000"/>
            </a:srgbClr>
          </a:solidFill>
          <a:ln w="19050">
            <a:solidFill>
              <a:srgbClr val="1F8A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" y="629107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how slow the busiest machine gets. The other systems report different measurements, so the numbers are not directly comparable.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13232"/>
            <a:ext cx="237744" cy="23774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3856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cut the model is a decision you should keep making, not one you make once.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9888" y="29077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out the best cut is cheap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389888" y="33101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takes microseconds, so there is no reason to do it only once.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89888" y="395935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brakes are what make it usable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389888" y="43616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'must be clearly better' rule and one 'wait a bit' rule handle heat, slow networks and dead machines the same way.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420624" cy="420624"/>
          </a:xfrm>
          <a:prstGeom prst="ellipse">
            <a:avLst/>
          </a:prstGeom>
          <a:solidFill>
            <a:srgbClr val="1F8A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89888" y="5010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in the kernel is free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389888" y="54132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sees what really went over the network, not what the program thinks it sent.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629107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support a Llama-size model, and calibrate the estimate so it predicts real speed, not only the right ranking.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10725912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828800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EdgeShard: Efficient LLM Inference via Collaborative Edge Computing. M. Zhang, J. Cao, X. Shen, Z. Cui. IEEE Internet of Things Journal, 2024. arXiv:2405.14371.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2258568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Galaxy: A Resource-Efficient Collaborative Edge AI System for In-situ Transformer Inference. IEEE INFOCOM, 2024. arXiv:2405.17245.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688336"/>
            <a:ext cx="10725912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88336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Helix: Serving Large Language Models over Heterogeneous GPUs and Network via Max-Flow. ACM ASPLOS, 2025. arXiv:2406.01566.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118104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TPI-LLM: Serving 70B-scale LLMs Efficiently on Low-resource Edge Devices. 2024. arXiv:2410.00531.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547872"/>
            <a:ext cx="10725912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47872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Prima.cpp: Fast 30-70B LLM Inference on Heterogeneous and Low-Resource Home Clusters. 2025. arXiv:2504.08791.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Large Language Model Partitioning for Low-Latency Inference at the Edge. 2025. arXiv:2505.02533.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407408"/>
            <a:ext cx="10725912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07408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Parallax: Efficient LLM Inference Service over Decentralized Environment. 2025. arXiv:2509.26182.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Adaptive layer splitting for wireless large language model inference in edge computing. FITEE, Springer, 2025. doi:10.1631/FITEE.2400468.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266944"/>
            <a:ext cx="10725912" cy="402336"/>
          </a:xfrm>
          <a:prstGeom prst="rect">
            <a:avLst/>
          </a:prstGeom>
          <a:solidFill>
            <a:srgbClr val="F7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266944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Distributed LLMs and Multimodal Large Language Models: A Survey. 2025. arXiv:2503.16585.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5696712"/>
            <a:ext cx="10268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Towards Agentic OS: An LLM Agent Framework for Linux Schedulers. 2025. arXiv:2509.01245.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29107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cilium/ebpf, Kubernetes, NVIDIA NVML, k3s, Hugging Face Transformers.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000232" y="6309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KubeEdgeInfer</dc:title>
  <dc:subject>PptxGenJS Presentation</dc:subject>
  <dc:creator>PptxGenJS</dc:creator>
  <cp:lastModifiedBy>PptxGenJS</cp:lastModifiedBy>
  <cp:revision>1</cp:revision>
  <dcterms:created xsi:type="dcterms:W3CDTF">2026-08-17T06:12:01Z</dcterms:created>
  <dcterms:modified xsi:type="dcterms:W3CDTF">2026-08-17T06:12:01Z</dcterms:modified>
</cp:coreProperties>
</file>